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508" r:id="rId2"/>
    <p:sldId id="509" r:id="rId3"/>
    <p:sldId id="524" r:id="rId4"/>
    <p:sldId id="510" r:id="rId5"/>
    <p:sldId id="525" r:id="rId6"/>
    <p:sldId id="526" r:id="rId7"/>
    <p:sldId id="527" r:id="rId8"/>
    <p:sldId id="528" r:id="rId9"/>
    <p:sldId id="543" r:id="rId10"/>
    <p:sldId id="544" r:id="rId11"/>
    <p:sldId id="517" r:id="rId12"/>
    <p:sldId id="516" r:id="rId13"/>
    <p:sldId id="519" r:id="rId14"/>
    <p:sldId id="530" r:id="rId15"/>
    <p:sldId id="537" r:id="rId16"/>
    <p:sldId id="538" r:id="rId17"/>
    <p:sldId id="529" r:id="rId18"/>
    <p:sldId id="536" r:id="rId19"/>
    <p:sldId id="531" r:id="rId20"/>
    <p:sldId id="541" r:id="rId21"/>
    <p:sldId id="542" r:id="rId22"/>
    <p:sldId id="49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757" autoAdjust="0"/>
  </p:normalViewPr>
  <p:slideViewPr>
    <p:cSldViewPr>
      <p:cViewPr varScale="1">
        <p:scale>
          <a:sx n="82" d="100"/>
          <a:sy n="82" d="100"/>
        </p:scale>
        <p:origin x="14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707808-80B0-4F73-B1B5-3D3FDBA19425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6A697473-D211-4DBA-929A-033037F79E17}">
      <dgm:prSet phldrT="[Text]"/>
      <dgm:spPr/>
      <dgm:t>
        <a:bodyPr/>
        <a:lstStyle/>
        <a:p>
          <a:r>
            <a:rPr lang="en-US" b="1" dirty="0"/>
            <a:t>STRATEGY DESIGN</a:t>
          </a:r>
        </a:p>
      </dgm:t>
    </dgm:pt>
    <dgm:pt modelId="{20C68ADB-85EE-4FF0-8D5C-A1110E9AFCFD}" type="parTrans" cxnId="{ACCAE7D0-0F36-4562-B0C6-30FFAF6B50C8}">
      <dgm:prSet/>
      <dgm:spPr/>
      <dgm:t>
        <a:bodyPr/>
        <a:lstStyle/>
        <a:p>
          <a:endParaRPr lang="en-US"/>
        </a:p>
      </dgm:t>
    </dgm:pt>
    <dgm:pt modelId="{0AADC0AB-F615-44BA-87F6-9D39E8E3AB60}" type="sibTrans" cxnId="{ACCAE7D0-0F36-4562-B0C6-30FFAF6B50C8}">
      <dgm:prSet/>
      <dgm:spPr/>
      <dgm:t>
        <a:bodyPr/>
        <a:lstStyle/>
        <a:p>
          <a:endParaRPr lang="en-US"/>
        </a:p>
      </dgm:t>
    </dgm:pt>
    <dgm:pt modelId="{D4207962-F9F9-4C12-8531-A1F9D7EC69E1}">
      <dgm:prSet phldrT="[Text]"/>
      <dgm:spPr/>
      <dgm:t>
        <a:bodyPr/>
        <a:lstStyle/>
        <a:p>
          <a:r>
            <a:rPr lang="en-US" b="1" dirty="0"/>
            <a:t>SIGNAL GENERATION</a:t>
          </a:r>
        </a:p>
      </dgm:t>
    </dgm:pt>
    <dgm:pt modelId="{111D5BF6-954F-49A0-AFCA-CB78888A4905}" type="parTrans" cxnId="{3AA8A7C4-CB36-4A43-B229-C73F632DA26B}">
      <dgm:prSet/>
      <dgm:spPr/>
      <dgm:t>
        <a:bodyPr/>
        <a:lstStyle/>
        <a:p>
          <a:endParaRPr lang="en-US"/>
        </a:p>
      </dgm:t>
    </dgm:pt>
    <dgm:pt modelId="{E8F5CC3F-F230-46B8-8C25-FD96B214B3A4}" type="sibTrans" cxnId="{3AA8A7C4-CB36-4A43-B229-C73F632DA26B}">
      <dgm:prSet/>
      <dgm:spPr/>
      <dgm:t>
        <a:bodyPr/>
        <a:lstStyle/>
        <a:p>
          <a:endParaRPr lang="en-US"/>
        </a:p>
      </dgm:t>
    </dgm:pt>
    <dgm:pt modelId="{03FCD504-5FC7-485A-A0F5-4EEA99757DE3}">
      <dgm:prSet phldrT="[Text]"/>
      <dgm:spPr/>
      <dgm:t>
        <a:bodyPr/>
        <a:lstStyle/>
        <a:p>
          <a:r>
            <a:rPr lang="en-US" b="1" dirty="0"/>
            <a:t>TRADE</a:t>
          </a:r>
        </a:p>
        <a:p>
          <a:r>
            <a:rPr lang="en-US" b="1" dirty="0"/>
            <a:t>EXECUTION</a:t>
          </a:r>
        </a:p>
      </dgm:t>
    </dgm:pt>
    <dgm:pt modelId="{5B5E8F5E-6429-4583-A756-27117D78A075}" type="parTrans" cxnId="{6CA1FACA-9EF2-4364-B64E-50335B5E822B}">
      <dgm:prSet/>
      <dgm:spPr/>
      <dgm:t>
        <a:bodyPr/>
        <a:lstStyle/>
        <a:p>
          <a:endParaRPr lang="en-US"/>
        </a:p>
      </dgm:t>
    </dgm:pt>
    <dgm:pt modelId="{35447EEE-204B-48CB-9928-0F8E5920FE10}" type="sibTrans" cxnId="{6CA1FACA-9EF2-4364-B64E-50335B5E822B}">
      <dgm:prSet/>
      <dgm:spPr/>
      <dgm:t>
        <a:bodyPr/>
        <a:lstStyle/>
        <a:p>
          <a:endParaRPr lang="en-US"/>
        </a:p>
      </dgm:t>
    </dgm:pt>
    <dgm:pt modelId="{5589ABDB-202E-468A-8E23-F40DABFDBD9E}">
      <dgm:prSet phldrT="[Text]"/>
      <dgm:spPr/>
      <dgm:t>
        <a:bodyPr/>
        <a:lstStyle/>
        <a:p>
          <a:r>
            <a:rPr lang="en-US" b="1" dirty="0"/>
            <a:t>TRADE GENERATION</a:t>
          </a:r>
        </a:p>
      </dgm:t>
    </dgm:pt>
    <dgm:pt modelId="{A4454BE8-E876-43C6-8C2E-F3F6E278C283}" type="parTrans" cxnId="{B069FBE6-C99D-4D0A-9E7A-A2561AADE441}">
      <dgm:prSet/>
      <dgm:spPr/>
      <dgm:t>
        <a:bodyPr/>
        <a:lstStyle/>
        <a:p>
          <a:endParaRPr lang="en-US"/>
        </a:p>
      </dgm:t>
    </dgm:pt>
    <dgm:pt modelId="{DF59B28A-ADF6-43B9-B4BB-5C8F8889DF09}" type="sibTrans" cxnId="{B069FBE6-C99D-4D0A-9E7A-A2561AADE441}">
      <dgm:prSet/>
      <dgm:spPr/>
      <dgm:t>
        <a:bodyPr/>
        <a:lstStyle/>
        <a:p>
          <a:endParaRPr lang="en-US"/>
        </a:p>
      </dgm:t>
    </dgm:pt>
    <dgm:pt modelId="{2D8B7C27-2758-40D7-96FC-E26DE07AF1E1}">
      <dgm:prSet phldrT="[Text]"/>
      <dgm:spPr/>
      <dgm:t>
        <a:bodyPr/>
        <a:lstStyle/>
        <a:p>
          <a:r>
            <a:rPr lang="en-US" b="1" dirty="0"/>
            <a:t>BACKTESTING</a:t>
          </a:r>
        </a:p>
      </dgm:t>
    </dgm:pt>
    <dgm:pt modelId="{85872905-54E1-4B6E-BEBD-97244FE03C00}" type="parTrans" cxnId="{58E9F146-DF96-4DE4-B846-733C95FE00CC}">
      <dgm:prSet/>
      <dgm:spPr/>
      <dgm:t>
        <a:bodyPr/>
        <a:lstStyle/>
        <a:p>
          <a:endParaRPr lang="en-US"/>
        </a:p>
      </dgm:t>
    </dgm:pt>
    <dgm:pt modelId="{CC43FE6D-A6FF-4A1E-B6EC-22E7A1BC29D5}" type="sibTrans" cxnId="{58E9F146-DF96-4DE4-B846-733C95FE00CC}">
      <dgm:prSet/>
      <dgm:spPr/>
      <dgm:t>
        <a:bodyPr/>
        <a:lstStyle/>
        <a:p>
          <a:endParaRPr lang="en-US"/>
        </a:p>
      </dgm:t>
    </dgm:pt>
    <dgm:pt modelId="{21F0C727-096F-40B5-8DF8-82565D6013B4}">
      <dgm:prSet phldrT="[Text]"/>
      <dgm:spPr/>
      <dgm:t>
        <a:bodyPr/>
        <a:lstStyle/>
        <a:p>
          <a:r>
            <a:rPr lang="en-US" b="1" dirty="0"/>
            <a:t>OPTIMIZATION</a:t>
          </a:r>
        </a:p>
      </dgm:t>
    </dgm:pt>
    <dgm:pt modelId="{71CE7871-EADA-4AA6-A3B3-301A123C3C4E}" type="parTrans" cxnId="{C08966BC-F431-4119-9BB7-CB72C2659F83}">
      <dgm:prSet/>
      <dgm:spPr/>
      <dgm:t>
        <a:bodyPr/>
        <a:lstStyle/>
        <a:p>
          <a:endParaRPr lang="en-US"/>
        </a:p>
      </dgm:t>
    </dgm:pt>
    <dgm:pt modelId="{01B642FC-5568-41F9-AD86-7920F747579E}" type="sibTrans" cxnId="{C08966BC-F431-4119-9BB7-CB72C2659F83}">
      <dgm:prSet/>
      <dgm:spPr/>
      <dgm:t>
        <a:bodyPr/>
        <a:lstStyle/>
        <a:p>
          <a:endParaRPr lang="en-US"/>
        </a:p>
      </dgm:t>
    </dgm:pt>
    <dgm:pt modelId="{0C1A4066-28CE-4773-BE1D-1016604EAC77}" type="pres">
      <dgm:prSet presAssocID="{74707808-80B0-4F73-B1B5-3D3FDBA19425}" presName="CompostProcess" presStyleCnt="0">
        <dgm:presLayoutVars>
          <dgm:dir/>
          <dgm:resizeHandles val="exact"/>
        </dgm:presLayoutVars>
      </dgm:prSet>
      <dgm:spPr/>
    </dgm:pt>
    <dgm:pt modelId="{E38C188D-B9D2-4A55-9CFF-079B62574042}" type="pres">
      <dgm:prSet presAssocID="{74707808-80B0-4F73-B1B5-3D3FDBA19425}" presName="arrow" presStyleLbl="bgShp" presStyleIdx="0" presStyleCnt="1" custScaleX="117647"/>
      <dgm:spPr/>
    </dgm:pt>
    <dgm:pt modelId="{F9933A65-5B93-425C-9426-F9AA664E649E}" type="pres">
      <dgm:prSet presAssocID="{74707808-80B0-4F73-B1B5-3D3FDBA19425}" presName="linearProcess" presStyleCnt="0"/>
      <dgm:spPr/>
    </dgm:pt>
    <dgm:pt modelId="{1E7CC367-C5E1-4644-9D5A-C6AB5ABF842A}" type="pres">
      <dgm:prSet presAssocID="{6A697473-D211-4DBA-929A-033037F79E17}" presName="textNode" presStyleLbl="node1" presStyleIdx="0" presStyleCnt="6">
        <dgm:presLayoutVars>
          <dgm:bulletEnabled val="1"/>
        </dgm:presLayoutVars>
      </dgm:prSet>
      <dgm:spPr/>
    </dgm:pt>
    <dgm:pt modelId="{CFE2EFE8-CC7B-4B95-B239-0C0C44E2B99A}" type="pres">
      <dgm:prSet presAssocID="{0AADC0AB-F615-44BA-87F6-9D39E8E3AB60}" presName="sibTrans" presStyleCnt="0"/>
      <dgm:spPr/>
    </dgm:pt>
    <dgm:pt modelId="{4F1774C8-FBCB-4253-81F8-6E81EB958C37}" type="pres">
      <dgm:prSet presAssocID="{2D8B7C27-2758-40D7-96FC-E26DE07AF1E1}" presName="textNode" presStyleLbl="node1" presStyleIdx="1" presStyleCnt="6">
        <dgm:presLayoutVars>
          <dgm:bulletEnabled val="1"/>
        </dgm:presLayoutVars>
      </dgm:prSet>
      <dgm:spPr/>
    </dgm:pt>
    <dgm:pt modelId="{6541FB46-D778-43B6-9484-660370073522}" type="pres">
      <dgm:prSet presAssocID="{CC43FE6D-A6FF-4A1E-B6EC-22E7A1BC29D5}" presName="sibTrans" presStyleCnt="0"/>
      <dgm:spPr/>
    </dgm:pt>
    <dgm:pt modelId="{8F1F675B-82D5-49E0-B68C-5BC51EF690AE}" type="pres">
      <dgm:prSet presAssocID="{21F0C727-096F-40B5-8DF8-82565D6013B4}" presName="textNode" presStyleLbl="node1" presStyleIdx="2" presStyleCnt="6">
        <dgm:presLayoutVars>
          <dgm:bulletEnabled val="1"/>
        </dgm:presLayoutVars>
      </dgm:prSet>
      <dgm:spPr/>
    </dgm:pt>
    <dgm:pt modelId="{C5DE462E-01F0-439C-8DFD-8B3D90340214}" type="pres">
      <dgm:prSet presAssocID="{01B642FC-5568-41F9-AD86-7920F747579E}" presName="sibTrans" presStyleCnt="0"/>
      <dgm:spPr/>
    </dgm:pt>
    <dgm:pt modelId="{060550B7-6C69-4E4C-B992-C543AF6C31AC}" type="pres">
      <dgm:prSet presAssocID="{D4207962-F9F9-4C12-8531-A1F9D7EC69E1}" presName="textNode" presStyleLbl="node1" presStyleIdx="3" presStyleCnt="6">
        <dgm:presLayoutVars>
          <dgm:bulletEnabled val="1"/>
        </dgm:presLayoutVars>
      </dgm:prSet>
      <dgm:spPr/>
    </dgm:pt>
    <dgm:pt modelId="{D7D5FDA4-8733-433E-8CEF-BF695192C6BE}" type="pres">
      <dgm:prSet presAssocID="{E8F5CC3F-F230-46B8-8C25-FD96B214B3A4}" presName="sibTrans" presStyleCnt="0"/>
      <dgm:spPr/>
    </dgm:pt>
    <dgm:pt modelId="{A4BC7A83-8852-49E0-84E9-F31626D55CD1}" type="pres">
      <dgm:prSet presAssocID="{5589ABDB-202E-468A-8E23-F40DABFDBD9E}" presName="textNode" presStyleLbl="node1" presStyleIdx="4" presStyleCnt="6">
        <dgm:presLayoutVars>
          <dgm:bulletEnabled val="1"/>
        </dgm:presLayoutVars>
      </dgm:prSet>
      <dgm:spPr/>
    </dgm:pt>
    <dgm:pt modelId="{9286047D-3893-4A10-828C-8C446C7A3722}" type="pres">
      <dgm:prSet presAssocID="{DF59B28A-ADF6-43B9-B4BB-5C8F8889DF09}" presName="sibTrans" presStyleCnt="0"/>
      <dgm:spPr/>
    </dgm:pt>
    <dgm:pt modelId="{D727B666-73A8-43D6-B8BE-A8D972F42635}" type="pres">
      <dgm:prSet presAssocID="{03FCD504-5FC7-485A-A0F5-4EEA99757DE3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23277906-1506-4B1C-B55F-14001EFC6AFB}" type="presOf" srcId="{5589ABDB-202E-468A-8E23-F40DABFDBD9E}" destId="{A4BC7A83-8852-49E0-84E9-F31626D55CD1}" srcOrd="0" destOrd="0" presId="urn:microsoft.com/office/officeart/2005/8/layout/hProcess9"/>
    <dgm:cxn modelId="{3D3F8322-4764-4B29-8CE8-081E7851D286}" type="presOf" srcId="{6A697473-D211-4DBA-929A-033037F79E17}" destId="{1E7CC367-C5E1-4644-9D5A-C6AB5ABF842A}" srcOrd="0" destOrd="0" presId="urn:microsoft.com/office/officeart/2005/8/layout/hProcess9"/>
    <dgm:cxn modelId="{58E9F146-DF96-4DE4-B846-733C95FE00CC}" srcId="{74707808-80B0-4F73-B1B5-3D3FDBA19425}" destId="{2D8B7C27-2758-40D7-96FC-E26DE07AF1E1}" srcOrd="1" destOrd="0" parTransId="{85872905-54E1-4B6E-BEBD-97244FE03C00}" sibTransId="{CC43FE6D-A6FF-4A1E-B6EC-22E7A1BC29D5}"/>
    <dgm:cxn modelId="{901C1A7A-197C-4C73-B722-A9FC3D8F12C0}" type="presOf" srcId="{2D8B7C27-2758-40D7-96FC-E26DE07AF1E1}" destId="{4F1774C8-FBCB-4253-81F8-6E81EB958C37}" srcOrd="0" destOrd="0" presId="urn:microsoft.com/office/officeart/2005/8/layout/hProcess9"/>
    <dgm:cxn modelId="{C5B0CA8D-D156-40EA-9C49-5DBD809BEB5C}" type="presOf" srcId="{03FCD504-5FC7-485A-A0F5-4EEA99757DE3}" destId="{D727B666-73A8-43D6-B8BE-A8D972F42635}" srcOrd="0" destOrd="0" presId="urn:microsoft.com/office/officeart/2005/8/layout/hProcess9"/>
    <dgm:cxn modelId="{C83F4999-EB40-4FB6-8AFD-58A81ABA5645}" type="presOf" srcId="{21F0C727-096F-40B5-8DF8-82565D6013B4}" destId="{8F1F675B-82D5-49E0-B68C-5BC51EF690AE}" srcOrd="0" destOrd="0" presId="urn:microsoft.com/office/officeart/2005/8/layout/hProcess9"/>
    <dgm:cxn modelId="{81D1409F-C763-4392-9CB2-8733085F8F25}" type="presOf" srcId="{D4207962-F9F9-4C12-8531-A1F9D7EC69E1}" destId="{060550B7-6C69-4E4C-B992-C543AF6C31AC}" srcOrd="0" destOrd="0" presId="urn:microsoft.com/office/officeart/2005/8/layout/hProcess9"/>
    <dgm:cxn modelId="{C08966BC-F431-4119-9BB7-CB72C2659F83}" srcId="{74707808-80B0-4F73-B1B5-3D3FDBA19425}" destId="{21F0C727-096F-40B5-8DF8-82565D6013B4}" srcOrd="2" destOrd="0" parTransId="{71CE7871-EADA-4AA6-A3B3-301A123C3C4E}" sibTransId="{01B642FC-5568-41F9-AD86-7920F747579E}"/>
    <dgm:cxn modelId="{EC426ABC-9D76-43D6-992F-960CC082199A}" type="presOf" srcId="{74707808-80B0-4F73-B1B5-3D3FDBA19425}" destId="{0C1A4066-28CE-4773-BE1D-1016604EAC77}" srcOrd="0" destOrd="0" presId="urn:microsoft.com/office/officeart/2005/8/layout/hProcess9"/>
    <dgm:cxn modelId="{3AA8A7C4-CB36-4A43-B229-C73F632DA26B}" srcId="{74707808-80B0-4F73-B1B5-3D3FDBA19425}" destId="{D4207962-F9F9-4C12-8531-A1F9D7EC69E1}" srcOrd="3" destOrd="0" parTransId="{111D5BF6-954F-49A0-AFCA-CB78888A4905}" sibTransId="{E8F5CC3F-F230-46B8-8C25-FD96B214B3A4}"/>
    <dgm:cxn modelId="{6CA1FACA-9EF2-4364-B64E-50335B5E822B}" srcId="{74707808-80B0-4F73-B1B5-3D3FDBA19425}" destId="{03FCD504-5FC7-485A-A0F5-4EEA99757DE3}" srcOrd="5" destOrd="0" parTransId="{5B5E8F5E-6429-4583-A756-27117D78A075}" sibTransId="{35447EEE-204B-48CB-9928-0F8E5920FE10}"/>
    <dgm:cxn modelId="{ACCAE7D0-0F36-4562-B0C6-30FFAF6B50C8}" srcId="{74707808-80B0-4F73-B1B5-3D3FDBA19425}" destId="{6A697473-D211-4DBA-929A-033037F79E17}" srcOrd="0" destOrd="0" parTransId="{20C68ADB-85EE-4FF0-8D5C-A1110E9AFCFD}" sibTransId="{0AADC0AB-F615-44BA-87F6-9D39E8E3AB60}"/>
    <dgm:cxn modelId="{B069FBE6-C99D-4D0A-9E7A-A2561AADE441}" srcId="{74707808-80B0-4F73-B1B5-3D3FDBA19425}" destId="{5589ABDB-202E-468A-8E23-F40DABFDBD9E}" srcOrd="4" destOrd="0" parTransId="{A4454BE8-E876-43C6-8C2E-F3F6E278C283}" sibTransId="{DF59B28A-ADF6-43B9-B4BB-5C8F8889DF09}"/>
    <dgm:cxn modelId="{4A1DDEFB-04CE-4914-97A1-FE232F7FB637}" type="presParOf" srcId="{0C1A4066-28CE-4773-BE1D-1016604EAC77}" destId="{E38C188D-B9D2-4A55-9CFF-079B62574042}" srcOrd="0" destOrd="0" presId="urn:microsoft.com/office/officeart/2005/8/layout/hProcess9"/>
    <dgm:cxn modelId="{B8ABF5F1-18E8-4920-81FB-6955BEACC386}" type="presParOf" srcId="{0C1A4066-28CE-4773-BE1D-1016604EAC77}" destId="{F9933A65-5B93-425C-9426-F9AA664E649E}" srcOrd="1" destOrd="0" presId="urn:microsoft.com/office/officeart/2005/8/layout/hProcess9"/>
    <dgm:cxn modelId="{2004B129-9B1A-4E33-BE6A-B958C14A86DB}" type="presParOf" srcId="{F9933A65-5B93-425C-9426-F9AA664E649E}" destId="{1E7CC367-C5E1-4644-9D5A-C6AB5ABF842A}" srcOrd="0" destOrd="0" presId="urn:microsoft.com/office/officeart/2005/8/layout/hProcess9"/>
    <dgm:cxn modelId="{0B207B48-6348-40A9-9BF1-440C27A942EC}" type="presParOf" srcId="{F9933A65-5B93-425C-9426-F9AA664E649E}" destId="{CFE2EFE8-CC7B-4B95-B239-0C0C44E2B99A}" srcOrd="1" destOrd="0" presId="urn:microsoft.com/office/officeart/2005/8/layout/hProcess9"/>
    <dgm:cxn modelId="{8AED7AF0-917B-4762-8B94-EF323E065D06}" type="presParOf" srcId="{F9933A65-5B93-425C-9426-F9AA664E649E}" destId="{4F1774C8-FBCB-4253-81F8-6E81EB958C37}" srcOrd="2" destOrd="0" presId="urn:microsoft.com/office/officeart/2005/8/layout/hProcess9"/>
    <dgm:cxn modelId="{EBD3108A-E817-42A6-A307-001F4B8B85F2}" type="presParOf" srcId="{F9933A65-5B93-425C-9426-F9AA664E649E}" destId="{6541FB46-D778-43B6-9484-660370073522}" srcOrd="3" destOrd="0" presId="urn:microsoft.com/office/officeart/2005/8/layout/hProcess9"/>
    <dgm:cxn modelId="{293A1960-C39E-4C9A-8F59-A5F75E03CE3F}" type="presParOf" srcId="{F9933A65-5B93-425C-9426-F9AA664E649E}" destId="{8F1F675B-82D5-49E0-B68C-5BC51EF690AE}" srcOrd="4" destOrd="0" presId="urn:microsoft.com/office/officeart/2005/8/layout/hProcess9"/>
    <dgm:cxn modelId="{D23E1995-8B3C-41DC-A5FE-36CD48D6DAC8}" type="presParOf" srcId="{F9933A65-5B93-425C-9426-F9AA664E649E}" destId="{C5DE462E-01F0-439C-8DFD-8B3D90340214}" srcOrd="5" destOrd="0" presId="urn:microsoft.com/office/officeart/2005/8/layout/hProcess9"/>
    <dgm:cxn modelId="{35DD4AFF-FC20-4B49-BC0D-47816A838A65}" type="presParOf" srcId="{F9933A65-5B93-425C-9426-F9AA664E649E}" destId="{060550B7-6C69-4E4C-B992-C543AF6C31AC}" srcOrd="6" destOrd="0" presId="urn:microsoft.com/office/officeart/2005/8/layout/hProcess9"/>
    <dgm:cxn modelId="{9F32A785-873E-4CFA-903C-C82307F222BA}" type="presParOf" srcId="{F9933A65-5B93-425C-9426-F9AA664E649E}" destId="{D7D5FDA4-8733-433E-8CEF-BF695192C6BE}" srcOrd="7" destOrd="0" presId="urn:microsoft.com/office/officeart/2005/8/layout/hProcess9"/>
    <dgm:cxn modelId="{E4E8BEF9-EE20-4757-A2E6-22468B4302BF}" type="presParOf" srcId="{F9933A65-5B93-425C-9426-F9AA664E649E}" destId="{A4BC7A83-8852-49E0-84E9-F31626D55CD1}" srcOrd="8" destOrd="0" presId="urn:microsoft.com/office/officeart/2005/8/layout/hProcess9"/>
    <dgm:cxn modelId="{EF6A7127-B07F-4FCA-99BD-835939D00509}" type="presParOf" srcId="{F9933A65-5B93-425C-9426-F9AA664E649E}" destId="{9286047D-3893-4A10-828C-8C446C7A3722}" srcOrd="9" destOrd="0" presId="urn:microsoft.com/office/officeart/2005/8/layout/hProcess9"/>
    <dgm:cxn modelId="{CB8654B1-1FDC-4A5E-BF49-4835C5738C2F}" type="presParOf" srcId="{F9933A65-5B93-425C-9426-F9AA664E649E}" destId="{D727B666-73A8-43D6-B8BE-A8D972F42635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81A735-C005-4215-A666-4EB512E4E69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56CFD55-18E4-4D8B-A812-3ED92EEDFF15}">
      <dgm:prSet phldrT="[Text]"/>
      <dgm:spPr/>
      <dgm:t>
        <a:bodyPr/>
        <a:lstStyle/>
        <a:p>
          <a:r>
            <a:rPr lang="en-US" dirty="0"/>
            <a:t>Development</a:t>
          </a:r>
        </a:p>
      </dgm:t>
    </dgm:pt>
    <dgm:pt modelId="{814085F3-F6DD-41A4-A7E6-73D2AD750929}" type="parTrans" cxnId="{C8FF7ABB-D559-440C-92D7-2D4E1C4171C3}">
      <dgm:prSet/>
      <dgm:spPr/>
      <dgm:t>
        <a:bodyPr/>
        <a:lstStyle/>
        <a:p>
          <a:endParaRPr lang="en-US"/>
        </a:p>
      </dgm:t>
    </dgm:pt>
    <dgm:pt modelId="{33D5BF31-71DD-4626-A9F3-36A4C147E9A8}" type="sibTrans" cxnId="{C8FF7ABB-D559-440C-92D7-2D4E1C4171C3}">
      <dgm:prSet/>
      <dgm:spPr/>
      <dgm:t>
        <a:bodyPr/>
        <a:lstStyle/>
        <a:p>
          <a:endParaRPr lang="en-US"/>
        </a:p>
      </dgm:t>
    </dgm:pt>
    <dgm:pt modelId="{B4E4A490-999D-4DFE-BED1-2815C4AC7855}">
      <dgm:prSet phldrT="[Text]"/>
      <dgm:spPr/>
      <dgm:t>
        <a:bodyPr/>
        <a:lstStyle/>
        <a:p>
          <a:r>
            <a:rPr lang="en-US" dirty="0"/>
            <a:t>Production</a:t>
          </a:r>
        </a:p>
      </dgm:t>
    </dgm:pt>
    <dgm:pt modelId="{F368E14C-D46B-461F-8FCC-5C637EF6161A}" type="parTrans" cxnId="{B5C2115E-01EE-4CC2-8DE1-7F191F923A70}">
      <dgm:prSet/>
      <dgm:spPr/>
      <dgm:t>
        <a:bodyPr/>
        <a:lstStyle/>
        <a:p>
          <a:endParaRPr lang="en-US"/>
        </a:p>
      </dgm:t>
    </dgm:pt>
    <dgm:pt modelId="{FFD42BEA-1AF3-42B6-BB10-882B02F115B3}" type="sibTrans" cxnId="{B5C2115E-01EE-4CC2-8DE1-7F191F923A70}">
      <dgm:prSet/>
      <dgm:spPr/>
      <dgm:t>
        <a:bodyPr/>
        <a:lstStyle/>
        <a:p>
          <a:endParaRPr lang="en-US"/>
        </a:p>
      </dgm:t>
    </dgm:pt>
    <dgm:pt modelId="{FCA68E2E-FE5B-4C6E-8D0A-DA5629CD8E33}" type="pres">
      <dgm:prSet presAssocID="{BE81A735-C005-4215-A666-4EB512E4E692}" presName="Name0" presStyleCnt="0">
        <dgm:presLayoutVars>
          <dgm:dir/>
          <dgm:resizeHandles val="exact"/>
        </dgm:presLayoutVars>
      </dgm:prSet>
      <dgm:spPr/>
    </dgm:pt>
    <dgm:pt modelId="{1A3A868B-6422-469F-A0EC-E6CC264B1BB4}" type="pres">
      <dgm:prSet presAssocID="{D56CFD55-18E4-4D8B-A812-3ED92EEDFF15}" presName="node" presStyleLbl="node1" presStyleIdx="0" presStyleCnt="2" custScaleX="118460">
        <dgm:presLayoutVars>
          <dgm:bulletEnabled val="1"/>
        </dgm:presLayoutVars>
      </dgm:prSet>
      <dgm:spPr/>
    </dgm:pt>
    <dgm:pt modelId="{BB2DC588-8797-4D04-B65E-563ECEA69941}" type="pres">
      <dgm:prSet presAssocID="{33D5BF31-71DD-4626-A9F3-36A4C147E9A8}" presName="sibTrans" presStyleLbl="sibTrans2D1" presStyleIdx="0" presStyleCnt="1" custScaleX="148770" custLinFactNeighborX="15411" custLinFactNeighborY="0"/>
      <dgm:spPr/>
    </dgm:pt>
    <dgm:pt modelId="{AF4413D9-6866-426D-AA17-C0D2208DA820}" type="pres">
      <dgm:prSet presAssocID="{33D5BF31-71DD-4626-A9F3-36A4C147E9A8}" presName="connectorText" presStyleLbl="sibTrans2D1" presStyleIdx="0" presStyleCnt="1"/>
      <dgm:spPr/>
    </dgm:pt>
    <dgm:pt modelId="{B9DF5A23-FFA6-4424-AF08-D6069D00B0DA}" type="pres">
      <dgm:prSet presAssocID="{B4E4A490-999D-4DFE-BED1-2815C4AC7855}" presName="node" presStyleLbl="node1" presStyleIdx="1" presStyleCnt="2" custScaleX="131097" custLinFactNeighborX="-26899">
        <dgm:presLayoutVars>
          <dgm:bulletEnabled val="1"/>
        </dgm:presLayoutVars>
      </dgm:prSet>
      <dgm:spPr/>
    </dgm:pt>
  </dgm:ptLst>
  <dgm:cxnLst>
    <dgm:cxn modelId="{39056706-774D-474B-A24A-C4260C52ED6E}" type="presOf" srcId="{D56CFD55-18E4-4D8B-A812-3ED92EEDFF15}" destId="{1A3A868B-6422-469F-A0EC-E6CC264B1BB4}" srcOrd="0" destOrd="0" presId="urn:microsoft.com/office/officeart/2005/8/layout/process1"/>
    <dgm:cxn modelId="{2DB6D00F-FBD9-43C9-821A-6D19478B1729}" type="presOf" srcId="{B4E4A490-999D-4DFE-BED1-2815C4AC7855}" destId="{B9DF5A23-FFA6-4424-AF08-D6069D00B0DA}" srcOrd="0" destOrd="0" presId="urn:microsoft.com/office/officeart/2005/8/layout/process1"/>
    <dgm:cxn modelId="{B5C2115E-01EE-4CC2-8DE1-7F191F923A70}" srcId="{BE81A735-C005-4215-A666-4EB512E4E692}" destId="{B4E4A490-999D-4DFE-BED1-2815C4AC7855}" srcOrd="1" destOrd="0" parTransId="{F368E14C-D46B-461F-8FCC-5C637EF6161A}" sibTransId="{FFD42BEA-1AF3-42B6-BB10-882B02F115B3}"/>
    <dgm:cxn modelId="{C8FF7ABB-D559-440C-92D7-2D4E1C4171C3}" srcId="{BE81A735-C005-4215-A666-4EB512E4E692}" destId="{D56CFD55-18E4-4D8B-A812-3ED92EEDFF15}" srcOrd="0" destOrd="0" parTransId="{814085F3-F6DD-41A4-A7E6-73D2AD750929}" sibTransId="{33D5BF31-71DD-4626-A9F3-36A4C147E9A8}"/>
    <dgm:cxn modelId="{6C4BE0CF-2B8D-4884-940F-C5470D5DEF82}" type="presOf" srcId="{33D5BF31-71DD-4626-A9F3-36A4C147E9A8}" destId="{AF4413D9-6866-426D-AA17-C0D2208DA820}" srcOrd="1" destOrd="0" presId="urn:microsoft.com/office/officeart/2005/8/layout/process1"/>
    <dgm:cxn modelId="{2353A9DC-3B80-49AF-9B17-09858D75B5B3}" type="presOf" srcId="{33D5BF31-71DD-4626-A9F3-36A4C147E9A8}" destId="{BB2DC588-8797-4D04-B65E-563ECEA69941}" srcOrd="0" destOrd="0" presId="urn:microsoft.com/office/officeart/2005/8/layout/process1"/>
    <dgm:cxn modelId="{2BB028FB-8A35-4D00-963D-D4F185725376}" type="presOf" srcId="{BE81A735-C005-4215-A666-4EB512E4E692}" destId="{FCA68E2E-FE5B-4C6E-8D0A-DA5629CD8E33}" srcOrd="0" destOrd="0" presId="urn:microsoft.com/office/officeart/2005/8/layout/process1"/>
    <dgm:cxn modelId="{4290A1EC-CACD-494F-A2E2-CCD65F717D97}" type="presParOf" srcId="{FCA68E2E-FE5B-4C6E-8D0A-DA5629CD8E33}" destId="{1A3A868B-6422-469F-A0EC-E6CC264B1BB4}" srcOrd="0" destOrd="0" presId="urn:microsoft.com/office/officeart/2005/8/layout/process1"/>
    <dgm:cxn modelId="{06B060D4-01CD-410E-ABBF-32AFAB5DD508}" type="presParOf" srcId="{FCA68E2E-FE5B-4C6E-8D0A-DA5629CD8E33}" destId="{BB2DC588-8797-4D04-B65E-563ECEA69941}" srcOrd="1" destOrd="0" presId="urn:microsoft.com/office/officeart/2005/8/layout/process1"/>
    <dgm:cxn modelId="{181AA982-2B41-4BEA-9701-E3F22D735D9B}" type="presParOf" srcId="{BB2DC588-8797-4D04-B65E-563ECEA69941}" destId="{AF4413D9-6866-426D-AA17-C0D2208DA820}" srcOrd="0" destOrd="0" presId="urn:microsoft.com/office/officeart/2005/8/layout/process1"/>
    <dgm:cxn modelId="{9F37B6C3-35C0-4F09-B17B-91B4213E12DC}" type="presParOf" srcId="{FCA68E2E-FE5B-4C6E-8D0A-DA5629CD8E33}" destId="{B9DF5A23-FFA6-4424-AF08-D6069D00B0D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81A735-C005-4215-A666-4EB512E4E69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56CFD55-18E4-4D8B-A812-3ED92EEDFF15}">
      <dgm:prSet phldrT="[Text]"/>
      <dgm:spPr/>
      <dgm:t>
        <a:bodyPr/>
        <a:lstStyle/>
        <a:p>
          <a:r>
            <a:rPr lang="en-US" dirty="0"/>
            <a:t>Historical Data Feed</a:t>
          </a:r>
        </a:p>
      </dgm:t>
    </dgm:pt>
    <dgm:pt modelId="{814085F3-F6DD-41A4-A7E6-73D2AD750929}" type="parTrans" cxnId="{C8FF7ABB-D559-440C-92D7-2D4E1C4171C3}">
      <dgm:prSet/>
      <dgm:spPr/>
      <dgm:t>
        <a:bodyPr/>
        <a:lstStyle/>
        <a:p>
          <a:endParaRPr lang="en-US"/>
        </a:p>
      </dgm:t>
    </dgm:pt>
    <dgm:pt modelId="{33D5BF31-71DD-4626-A9F3-36A4C147E9A8}" type="sibTrans" cxnId="{C8FF7ABB-D559-440C-92D7-2D4E1C4171C3}">
      <dgm:prSet/>
      <dgm:spPr/>
      <dgm:t>
        <a:bodyPr/>
        <a:lstStyle/>
        <a:p>
          <a:endParaRPr lang="en-US"/>
        </a:p>
      </dgm:t>
    </dgm:pt>
    <dgm:pt modelId="{B4E4A490-999D-4DFE-BED1-2815C4AC7855}">
      <dgm:prSet phldrT="[Text]"/>
      <dgm:spPr/>
      <dgm:t>
        <a:bodyPr/>
        <a:lstStyle/>
        <a:p>
          <a:r>
            <a:rPr lang="en-US" dirty="0"/>
            <a:t>Historical + Live Data Fee</a:t>
          </a:r>
        </a:p>
      </dgm:t>
    </dgm:pt>
    <dgm:pt modelId="{F368E14C-D46B-461F-8FCC-5C637EF6161A}" type="parTrans" cxnId="{B5C2115E-01EE-4CC2-8DE1-7F191F923A70}">
      <dgm:prSet/>
      <dgm:spPr/>
      <dgm:t>
        <a:bodyPr/>
        <a:lstStyle/>
        <a:p>
          <a:endParaRPr lang="en-US"/>
        </a:p>
      </dgm:t>
    </dgm:pt>
    <dgm:pt modelId="{FFD42BEA-1AF3-42B6-BB10-882B02F115B3}" type="sibTrans" cxnId="{B5C2115E-01EE-4CC2-8DE1-7F191F923A70}">
      <dgm:prSet/>
      <dgm:spPr/>
      <dgm:t>
        <a:bodyPr/>
        <a:lstStyle/>
        <a:p>
          <a:endParaRPr lang="en-US"/>
        </a:p>
      </dgm:t>
    </dgm:pt>
    <dgm:pt modelId="{FCA68E2E-FE5B-4C6E-8D0A-DA5629CD8E33}" type="pres">
      <dgm:prSet presAssocID="{BE81A735-C005-4215-A666-4EB512E4E692}" presName="Name0" presStyleCnt="0">
        <dgm:presLayoutVars>
          <dgm:dir/>
          <dgm:resizeHandles val="exact"/>
        </dgm:presLayoutVars>
      </dgm:prSet>
      <dgm:spPr/>
    </dgm:pt>
    <dgm:pt modelId="{1A3A868B-6422-469F-A0EC-E6CC264B1BB4}" type="pres">
      <dgm:prSet presAssocID="{D56CFD55-18E4-4D8B-A812-3ED92EEDFF15}" presName="node" presStyleLbl="node1" presStyleIdx="0" presStyleCnt="2" custScaleX="118460">
        <dgm:presLayoutVars>
          <dgm:bulletEnabled val="1"/>
        </dgm:presLayoutVars>
      </dgm:prSet>
      <dgm:spPr/>
    </dgm:pt>
    <dgm:pt modelId="{BB2DC588-8797-4D04-B65E-563ECEA69941}" type="pres">
      <dgm:prSet presAssocID="{33D5BF31-71DD-4626-A9F3-36A4C147E9A8}" presName="sibTrans" presStyleLbl="sibTrans2D1" presStyleIdx="0" presStyleCnt="1" custScaleX="148770" custLinFactNeighborX="15411" custLinFactNeighborY="0"/>
      <dgm:spPr/>
    </dgm:pt>
    <dgm:pt modelId="{AF4413D9-6866-426D-AA17-C0D2208DA820}" type="pres">
      <dgm:prSet presAssocID="{33D5BF31-71DD-4626-A9F3-36A4C147E9A8}" presName="connectorText" presStyleLbl="sibTrans2D1" presStyleIdx="0" presStyleCnt="1"/>
      <dgm:spPr/>
    </dgm:pt>
    <dgm:pt modelId="{B9DF5A23-FFA6-4424-AF08-D6069D00B0DA}" type="pres">
      <dgm:prSet presAssocID="{B4E4A490-999D-4DFE-BED1-2815C4AC7855}" presName="node" presStyleLbl="node1" presStyleIdx="1" presStyleCnt="2" custScaleX="131097" custLinFactNeighborX="-26899">
        <dgm:presLayoutVars>
          <dgm:bulletEnabled val="1"/>
        </dgm:presLayoutVars>
      </dgm:prSet>
      <dgm:spPr/>
    </dgm:pt>
  </dgm:ptLst>
  <dgm:cxnLst>
    <dgm:cxn modelId="{F9D6C00C-DE6C-4C8E-A357-6D13223E24E3}" type="presOf" srcId="{33D5BF31-71DD-4626-A9F3-36A4C147E9A8}" destId="{AF4413D9-6866-426D-AA17-C0D2208DA820}" srcOrd="1" destOrd="0" presId="urn:microsoft.com/office/officeart/2005/8/layout/process1"/>
    <dgm:cxn modelId="{A08B752B-6C4F-4CFA-A1B0-B04DD257F2B4}" type="presOf" srcId="{BE81A735-C005-4215-A666-4EB512E4E692}" destId="{FCA68E2E-FE5B-4C6E-8D0A-DA5629CD8E33}" srcOrd="0" destOrd="0" presId="urn:microsoft.com/office/officeart/2005/8/layout/process1"/>
    <dgm:cxn modelId="{B5C2115E-01EE-4CC2-8DE1-7F191F923A70}" srcId="{BE81A735-C005-4215-A666-4EB512E4E692}" destId="{B4E4A490-999D-4DFE-BED1-2815C4AC7855}" srcOrd="1" destOrd="0" parTransId="{F368E14C-D46B-461F-8FCC-5C637EF6161A}" sibTransId="{FFD42BEA-1AF3-42B6-BB10-882B02F115B3}"/>
    <dgm:cxn modelId="{5A5D8F86-9C06-4FC9-B2A9-9744C2795C92}" type="presOf" srcId="{33D5BF31-71DD-4626-A9F3-36A4C147E9A8}" destId="{BB2DC588-8797-4D04-B65E-563ECEA69941}" srcOrd="0" destOrd="0" presId="urn:microsoft.com/office/officeart/2005/8/layout/process1"/>
    <dgm:cxn modelId="{337B2088-37EA-4A02-A8AE-01A256C1EB8F}" type="presOf" srcId="{D56CFD55-18E4-4D8B-A812-3ED92EEDFF15}" destId="{1A3A868B-6422-469F-A0EC-E6CC264B1BB4}" srcOrd="0" destOrd="0" presId="urn:microsoft.com/office/officeart/2005/8/layout/process1"/>
    <dgm:cxn modelId="{1A2F0C98-EE1E-46AD-9F9D-751469982736}" type="presOf" srcId="{B4E4A490-999D-4DFE-BED1-2815C4AC7855}" destId="{B9DF5A23-FFA6-4424-AF08-D6069D00B0DA}" srcOrd="0" destOrd="0" presId="urn:microsoft.com/office/officeart/2005/8/layout/process1"/>
    <dgm:cxn modelId="{C8FF7ABB-D559-440C-92D7-2D4E1C4171C3}" srcId="{BE81A735-C005-4215-A666-4EB512E4E692}" destId="{D56CFD55-18E4-4D8B-A812-3ED92EEDFF15}" srcOrd="0" destOrd="0" parTransId="{814085F3-F6DD-41A4-A7E6-73D2AD750929}" sibTransId="{33D5BF31-71DD-4626-A9F3-36A4C147E9A8}"/>
    <dgm:cxn modelId="{308997E2-5107-4DCE-AAFF-AB125B165BB2}" type="presParOf" srcId="{FCA68E2E-FE5B-4C6E-8D0A-DA5629CD8E33}" destId="{1A3A868B-6422-469F-A0EC-E6CC264B1BB4}" srcOrd="0" destOrd="0" presId="urn:microsoft.com/office/officeart/2005/8/layout/process1"/>
    <dgm:cxn modelId="{C08630C3-687A-400A-847A-CB5E5B4375EB}" type="presParOf" srcId="{FCA68E2E-FE5B-4C6E-8D0A-DA5629CD8E33}" destId="{BB2DC588-8797-4D04-B65E-563ECEA69941}" srcOrd="1" destOrd="0" presId="urn:microsoft.com/office/officeart/2005/8/layout/process1"/>
    <dgm:cxn modelId="{6BEF9FEF-3117-4C9C-9D90-08E0FC13BC33}" type="presParOf" srcId="{BB2DC588-8797-4D04-B65E-563ECEA69941}" destId="{AF4413D9-6866-426D-AA17-C0D2208DA820}" srcOrd="0" destOrd="0" presId="urn:microsoft.com/office/officeart/2005/8/layout/process1"/>
    <dgm:cxn modelId="{2B083185-3010-4893-993E-C3367C783022}" type="presParOf" srcId="{FCA68E2E-FE5B-4C6E-8D0A-DA5629CD8E33}" destId="{B9DF5A23-FFA6-4424-AF08-D6069D00B0D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10B564-B3EA-4566-8A58-19F89011B6BA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BB53CA-06AD-409F-95FD-0939DE34EC74}">
      <dgm:prSet phldrT="[Text]"/>
      <dgm:spPr/>
      <dgm:t>
        <a:bodyPr/>
        <a:lstStyle/>
        <a:p>
          <a:r>
            <a:rPr lang="en-US" dirty="0"/>
            <a:t>EXCHANGE</a:t>
          </a:r>
        </a:p>
      </dgm:t>
    </dgm:pt>
    <dgm:pt modelId="{38335FE2-17BF-4E7A-9ED6-CA331A1F02BA}" type="parTrans" cxnId="{FC7D9F78-15F7-4561-9F3D-5E822826DA07}">
      <dgm:prSet/>
      <dgm:spPr/>
      <dgm:t>
        <a:bodyPr/>
        <a:lstStyle/>
        <a:p>
          <a:endParaRPr lang="en-US"/>
        </a:p>
      </dgm:t>
    </dgm:pt>
    <dgm:pt modelId="{87D7CCE0-6FC6-4A46-B074-A75D4FC2E6E6}" type="sibTrans" cxnId="{FC7D9F78-15F7-4561-9F3D-5E822826DA07}">
      <dgm:prSet/>
      <dgm:spPr/>
      <dgm:t>
        <a:bodyPr/>
        <a:lstStyle/>
        <a:p>
          <a:endParaRPr lang="en-US"/>
        </a:p>
      </dgm:t>
    </dgm:pt>
    <dgm:pt modelId="{42CCF680-1074-49DA-B9BD-24B1CCAA4997}">
      <dgm:prSet phldrT="[Text]"/>
      <dgm:spPr/>
      <dgm:t>
        <a:bodyPr/>
        <a:lstStyle/>
        <a:p>
          <a:r>
            <a:rPr lang="en-US" dirty="0"/>
            <a:t>BROKER</a:t>
          </a:r>
        </a:p>
      </dgm:t>
    </dgm:pt>
    <dgm:pt modelId="{865756AC-336E-44AC-895F-CC9E73022D8B}" type="parTrans" cxnId="{2DA0DDE7-415F-49E4-AA3A-AD7E676218C8}">
      <dgm:prSet/>
      <dgm:spPr/>
      <dgm:t>
        <a:bodyPr/>
        <a:lstStyle/>
        <a:p>
          <a:endParaRPr lang="en-US"/>
        </a:p>
      </dgm:t>
    </dgm:pt>
    <dgm:pt modelId="{7AB8B570-A928-450A-9DA2-52F947B8C231}" type="sibTrans" cxnId="{2DA0DDE7-415F-49E4-AA3A-AD7E676218C8}">
      <dgm:prSet/>
      <dgm:spPr/>
      <dgm:t>
        <a:bodyPr/>
        <a:lstStyle/>
        <a:p>
          <a:endParaRPr lang="en-US"/>
        </a:p>
      </dgm:t>
    </dgm:pt>
    <dgm:pt modelId="{78312385-B95E-4867-9954-B4F2180DD139}">
      <dgm:prSet phldrT="[Text]"/>
      <dgm:spPr/>
      <dgm:t>
        <a:bodyPr/>
        <a:lstStyle/>
        <a:p>
          <a:r>
            <a:rPr lang="en-US" dirty="0"/>
            <a:t>CLIENT</a:t>
          </a:r>
        </a:p>
      </dgm:t>
    </dgm:pt>
    <dgm:pt modelId="{3C3E9AFD-413B-48E5-832E-338AC6F4D833}" type="parTrans" cxnId="{1814DC00-79C5-4A1B-A9B8-40D356CE8D47}">
      <dgm:prSet/>
      <dgm:spPr/>
      <dgm:t>
        <a:bodyPr/>
        <a:lstStyle/>
        <a:p>
          <a:endParaRPr lang="en-US"/>
        </a:p>
      </dgm:t>
    </dgm:pt>
    <dgm:pt modelId="{246D7E17-FA27-43E8-AF87-E0FE99DC7E39}" type="sibTrans" cxnId="{1814DC00-79C5-4A1B-A9B8-40D356CE8D47}">
      <dgm:prSet/>
      <dgm:spPr/>
      <dgm:t>
        <a:bodyPr/>
        <a:lstStyle/>
        <a:p>
          <a:endParaRPr lang="en-US"/>
        </a:p>
      </dgm:t>
    </dgm:pt>
    <dgm:pt modelId="{6042098A-553C-4AE0-BAC0-FFA5E3C7B89E}" type="pres">
      <dgm:prSet presAssocID="{0310B564-B3EA-4566-8A58-19F89011B6BA}" presName="Name0" presStyleCnt="0">
        <dgm:presLayoutVars>
          <dgm:dir/>
          <dgm:resizeHandles val="exact"/>
        </dgm:presLayoutVars>
      </dgm:prSet>
      <dgm:spPr/>
    </dgm:pt>
    <dgm:pt modelId="{FBF94ECE-3A20-47F4-A79E-D5F4DA159AE4}" type="pres">
      <dgm:prSet presAssocID="{34BB53CA-06AD-409F-95FD-0939DE34EC74}" presName="node" presStyleLbl="node1" presStyleIdx="0" presStyleCnt="3">
        <dgm:presLayoutVars>
          <dgm:bulletEnabled val="1"/>
        </dgm:presLayoutVars>
      </dgm:prSet>
      <dgm:spPr/>
    </dgm:pt>
    <dgm:pt modelId="{1A55D774-7284-427E-B920-BF8B9658DCB8}" type="pres">
      <dgm:prSet presAssocID="{87D7CCE0-6FC6-4A46-B074-A75D4FC2E6E6}" presName="sibTrans" presStyleLbl="sibTrans2D1" presStyleIdx="0" presStyleCnt="2" custLinFactNeighborX="-20375" custLinFactNeighborY="-1165"/>
      <dgm:spPr/>
    </dgm:pt>
    <dgm:pt modelId="{D44F4091-4FB3-44B0-91CE-D8634BA1E98D}" type="pres">
      <dgm:prSet presAssocID="{87D7CCE0-6FC6-4A46-B074-A75D4FC2E6E6}" presName="connectorText" presStyleLbl="sibTrans2D1" presStyleIdx="0" presStyleCnt="2"/>
      <dgm:spPr/>
    </dgm:pt>
    <dgm:pt modelId="{E4FE2090-6183-4CC7-8B2A-821AE773EEE1}" type="pres">
      <dgm:prSet presAssocID="{42CCF680-1074-49DA-B9BD-24B1CCAA4997}" presName="node" presStyleLbl="node1" presStyleIdx="1" presStyleCnt="3">
        <dgm:presLayoutVars>
          <dgm:bulletEnabled val="1"/>
        </dgm:presLayoutVars>
      </dgm:prSet>
      <dgm:spPr/>
    </dgm:pt>
    <dgm:pt modelId="{3017DFF7-683A-4415-AA44-B1A74DF7A1C6}" type="pres">
      <dgm:prSet presAssocID="{7AB8B570-A928-450A-9DA2-52F947B8C231}" presName="sibTrans" presStyleLbl="sibTrans2D1" presStyleIdx="1" presStyleCnt="2" custLinFactNeighborX="12185" custLinFactNeighborY="18022"/>
      <dgm:spPr/>
    </dgm:pt>
    <dgm:pt modelId="{9508009B-6FED-4834-B57C-792C42AB5162}" type="pres">
      <dgm:prSet presAssocID="{7AB8B570-A928-450A-9DA2-52F947B8C231}" presName="connectorText" presStyleLbl="sibTrans2D1" presStyleIdx="1" presStyleCnt="2"/>
      <dgm:spPr/>
    </dgm:pt>
    <dgm:pt modelId="{62A1D0BB-8B91-4B3A-9399-161594B35814}" type="pres">
      <dgm:prSet presAssocID="{78312385-B95E-4867-9954-B4F2180DD139}" presName="node" presStyleLbl="node1" presStyleIdx="2" presStyleCnt="3">
        <dgm:presLayoutVars>
          <dgm:bulletEnabled val="1"/>
        </dgm:presLayoutVars>
      </dgm:prSet>
      <dgm:spPr/>
    </dgm:pt>
  </dgm:ptLst>
  <dgm:cxnLst>
    <dgm:cxn modelId="{1814DC00-79C5-4A1B-A9B8-40D356CE8D47}" srcId="{0310B564-B3EA-4566-8A58-19F89011B6BA}" destId="{78312385-B95E-4867-9954-B4F2180DD139}" srcOrd="2" destOrd="0" parTransId="{3C3E9AFD-413B-48E5-832E-338AC6F4D833}" sibTransId="{246D7E17-FA27-43E8-AF87-E0FE99DC7E39}"/>
    <dgm:cxn modelId="{0E945831-6EDB-4D5B-AC85-5578769C9FD7}" type="presOf" srcId="{0310B564-B3EA-4566-8A58-19F89011B6BA}" destId="{6042098A-553C-4AE0-BAC0-FFA5E3C7B89E}" srcOrd="0" destOrd="0" presId="urn:microsoft.com/office/officeart/2005/8/layout/process1"/>
    <dgm:cxn modelId="{565CE963-DD5C-47E9-9442-0AB0B0647754}" type="presOf" srcId="{7AB8B570-A928-450A-9DA2-52F947B8C231}" destId="{3017DFF7-683A-4415-AA44-B1A74DF7A1C6}" srcOrd="0" destOrd="0" presId="urn:microsoft.com/office/officeart/2005/8/layout/process1"/>
    <dgm:cxn modelId="{7F66994C-2D3A-4384-BE9C-CBDE778983DC}" type="presOf" srcId="{34BB53CA-06AD-409F-95FD-0939DE34EC74}" destId="{FBF94ECE-3A20-47F4-A79E-D5F4DA159AE4}" srcOrd="0" destOrd="0" presId="urn:microsoft.com/office/officeart/2005/8/layout/process1"/>
    <dgm:cxn modelId="{E0DD5C4E-825C-45AD-80D9-56E63E8DC671}" type="presOf" srcId="{7AB8B570-A928-450A-9DA2-52F947B8C231}" destId="{9508009B-6FED-4834-B57C-792C42AB5162}" srcOrd="1" destOrd="0" presId="urn:microsoft.com/office/officeart/2005/8/layout/process1"/>
    <dgm:cxn modelId="{5FA60272-6486-42F6-BC87-83D3177A9874}" type="presOf" srcId="{87D7CCE0-6FC6-4A46-B074-A75D4FC2E6E6}" destId="{D44F4091-4FB3-44B0-91CE-D8634BA1E98D}" srcOrd="1" destOrd="0" presId="urn:microsoft.com/office/officeart/2005/8/layout/process1"/>
    <dgm:cxn modelId="{FC7D9F78-15F7-4561-9F3D-5E822826DA07}" srcId="{0310B564-B3EA-4566-8A58-19F89011B6BA}" destId="{34BB53CA-06AD-409F-95FD-0939DE34EC74}" srcOrd="0" destOrd="0" parTransId="{38335FE2-17BF-4E7A-9ED6-CA331A1F02BA}" sibTransId="{87D7CCE0-6FC6-4A46-B074-A75D4FC2E6E6}"/>
    <dgm:cxn modelId="{81BF3888-4402-4F9F-805D-755D8DB69F94}" type="presOf" srcId="{42CCF680-1074-49DA-B9BD-24B1CCAA4997}" destId="{E4FE2090-6183-4CC7-8B2A-821AE773EEE1}" srcOrd="0" destOrd="0" presId="urn:microsoft.com/office/officeart/2005/8/layout/process1"/>
    <dgm:cxn modelId="{2052C1BD-3B64-486B-BA20-E6439F817B7E}" type="presOf" srcId="{78312385-B95E-4867-9954-B4F2180DD139}" destId="{62A1D0BB-8B91-4B3A-9399-161594B35814}" srcOrd="0" destOrd="0" presId="urn:microsoft.com/office/officeart/2005/8/layout/process1"/>
    <dgm:cxn modelId="{2DA0DDE7-415F-49E4-AA3A-AD7E676218C8}" srcId="{0310B564-B3EA-4566-8A58-19F89011B6BA}" destId="{42CCF680-1074-49DA-B9BD-24B1CCAA4997}" srcOrd="1" destOrd="0" parTransId="{865756AC-336E-44AC-895F-CC9E73022D8B}" sibTransId="{7AB8B570-A928-450A-9DA2-52F947B8C231}"/>
    <dgm:cxn modelId="{FFFC7DFC-60A5-451C-8BEA-CE804084071F}" type="presOf" srcId="{87D7CCE0-6FC6-4A46-B074-A75D4FC2E6E6}" destId="{1A55D774-7284-427E-B920-BF8B9658DCB8}" srcOrd="0" destOrd="0" presId="urn:microsoft.com/office/officeart/2005/8/layout/process1"/>
    <dgm:cxn modelId="{EEAFB4AE-649F-49D6-B275-D7ADB0D2687E}" type="presParOf" srcId="{6042098A-553C-4AE0-BAC0-FFA5E3C7B89E}" destId="{FBF94ECE-3A20-47F4-A79E-D5F4DA159AE4}" srcOrd="0" destOrd="0" presId="urn:microsoft.com/office/officeart/2005/8/layout/process1"/>
    <dgm:cxn modelId="{CE598B11-6D47-44A0-869A-C4730E4647CD}" type="presParOf" srcId="{6042098A-553C-4AE0-BAC0-FFA5E3C7B89E}" destId="{1A55D774-7284-427E-B920-BF8B9658DCB8}" srcOrd="1" destOrd="0" presId="urn:microsoft.com/office/officeart/2005/8/layout/process1"/>
    <dgm:cxn modelId="{D56F9854-F9A8-47AF-9FC4-0B496BDBE768}" type="presParOf" srcId="{1A55D774-7284-427E-B920-BF8B9658DCB8}" destId="{D44F4091-4FB3-44B0-91CE-D8634BA1E98D}" srcOrd="0" destOrd="0" presId="urn:microsoft.com/office/officeart/2005/8/layout/process1"/>
    <dgm:cxn modelId="{9C21E1CC-F1C4-468D-8DB0-3F8FFC1A9B0B}" type="presParOf" srcId="{6042098A-553C-4AE0-BAC0-FFA5E3C7B89E}" destId="{E4FE2090-6183-4CC7-8B2A-821AE773EEE1}" srcOrd="2" destOrd="0" presId="urn:microsoft.com/office/officeart/2005/8/layout/process1"/>
    <dgm:cxn modelId="{0FF38578-8699-4CDE-8CB4-41A521775678}" type="presParOf" srcId="{6042098A-553C-4AE0-BAC0-FFA5E3C7B89E}" destId="{3017DFF7-683A-4415-AA44-B1A74DF7A1C6}" srcOrd="3" destOrd="0" presId="urn:microsoft.com/office/officeart/2005/8/layout/process1"/>
    <dgm:cxn modelId="{7F99CC60-8D04-436C-A515-FE99CBBB2768}" type="presParOf" srcId="{3017DFF7-683A-4415-AA44-B1A74DF7A1C6}" destId="{9508009B-6FED-4834-B57C-792C42AB5162}" srcOrd="0" destOrd="0" presId="urn:microsoft.com/office/officeart/2005/8/layout/process1"/>
    <dgm:cxn modelId="{AE5B7652-D848-4F8E-8A15-5B5580BBC45C}" type="presParOf" srcId="{6042098A-553C-4AE0-BAC0-FFA5E3C7B89E}" destId="{62A1D0BB-8B91-4B3A-9399-161594B3581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10B564-B3EA-4566-8A58-19F89011B6BA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BB53CA-06AD-409F-95FD-0939DE34EC74}">
      <dgm:prSet phldrT="[Text]"/>
      <dgm:spPr/>
      <dgm:t>
        <a:bodyPr/>
        <a:lstStyle/>
        <a:p>
          <a:r>
            <a:rPr lang="en-US" dirty="0"/>
            <a:t>EXCHANGE –  SERVER PROGRAM</a:t>
          </a:r>
        </a:p>
      </dgm:t>
    </dgm:pt>
    <dgm:pt modelId="{38335FE2-17BF-4E7A-9ED6-CA331A1F02BA}" type="parTrans" cxnId="{FC7D9F78-15F7-4561-9F3D-5E822826DA07}">
      <dgm:prSet/>
      <dgm:spPr/>
      <dgm:t>
        <a:bodyPr/>
        <a:lstStyle/>
        <a:p>
          <a:endParaRPr lang="en-US"/>
        </a:p>
      </dgm:t>
    </dgm:pt>
    <dgm:pt modelId="{87D7CCE0-6FC6-4A46-B074-A75D4FC2E6E6}" type="sibTrans" cxnId="{FC7D9F78-15F7-4561-9F3D-5E822826DA07}">
      <dgm:prSet/>
      <dgm:spPr/>
      <dgm:t>
        <a:bodyPr/>
        <a:lstStyle/>
        <a:p>
          <a:endParaRPr lang="en-US"/>
        </a:p>
      </dgm:t>
    </dgm:pt>
    <dgm:pt modelId="{42CCF680-1074-49DA-B9BD-24B1CCAA4997}">
      <dgm:prSet phldrT="[Text]"/>
      <dgm:spPr/>
      <dgm:t>
        <a:bodyPr/>
        <a:lstStyle/>
        <a:p>
          <a:r>
            <a:rPr lang="en-US" dirty="0"/>
            <a:t>BROKER – </a:t>
          </a:r>
        </a:p>
        <a:p>
          <a:r>
            <a:rPr lang="en-US" dirty="0"/>
            <a:t>OMS/RMS SERVER</a:t>
          </a:r>
        </a:p>
      </dgm:t>
    </dgm:pt>
    <dgm:pt modelId="{865756AC-336E-44AC-895F-CC9E73022D8B}" type="parTrans" cxnId="{2DA0DDE7-415F-49E4-AA3A-AD7E676218C8}">
      <dgm:prSet/>
      <dgm:spPr/>
      <dgm:t>
        <a:bodyPr/>
        <a:lstStyle/>
        <a:p>
          <a:endParaRPr lang="en-US"/>
        </a:p>
      </dgm:t>
    </dgm:pt>
    <dgm:pt modelId="{7AB8B570-A928-450A-9DA2-52F947B8C231}" type="sibTrans" cxnId="{2DA0DDE7-415F-49E4-AA3A-AD7E676218C8}">
      <dgm:prSet/>
      <dgm:spPr/>
      <dgm:t>
        <a:bodyPr/>
        <a:lstStyle/>
        <a:p>
          <a:endParaRPr lang="en-US"/>
        </a:p>
      </dgm:t>
    </dgm:pt>
    <dgm:pt modelId="{78312385-B95E-4867-9954-B4F2180DD139}">
      <dgm:prSet phldrT="[Text]"/>
      <dgm:spPr/>
      <dgm:t>
        <a:bodyPr/>
        <a:lstStyle/>
        <a:p>
          <a:r>
            <a:rPr lang="en-US" dirty="0"/>
            <a:t>CLIENT – </a:t>
          </a:r>
        </a:p>
        <a:p>
          <a:r>
            <a:rPr lang="en-US" dirty="0"/>
            <a:t>OMS CLIENT</a:t>
          </a:r>
        </a:p>
        <a:p>
          <a:endParaRPr lang="en-US" dirty="0"/>
        </a:p>
        <a:p>
          <a:r>
            <a:rPr lang="en-US" dirty="0"/>
            <a:t>CLIENT ALGO PROGRAM</a:t>
          </a:r>
        </a:p>
      </dgm:t>
    </dgm:pt>
    <dgm:pt modelId="{3C3E9AFD-413B-48E5-832E-338AC6F4D833}" type="parTrans" cxnId="{1814DC00-79C5-4A1B-A9B8-40D356CE8D47}">
      <dgm:prSet/>
      <dgm:spPr/>
      <dgm:t>
        <a:bodyPr/>
        <a:lstStyle/>
        <a:p>
          <a:endParaRPr lang="en-US"/>
        </a:p>
      </dgm:t>
    </dgm:pt>
    <dgm:pt modelId="{246D7E17-FA27-43E8-AF87-E0FE99DC7E39}" type="sibTrans" cxnId="{1814DC00-79C5-4A1B-A9B8-40D356CE8D47}">
      <dgm:prSet/>
      <dgm:spPr/>
      <dgm:t>
        <a:bodyPr/>
        <a:lstStyle/>
        <a:p>
          <a:endParaRPr lang="en-US"/>
        </a:p>
      </dgm:t>
    </dgm:pt>
    <dgm:pt modelId="{6042098A-553C-4AE0-BAC0-FFA5E3C7B89E}" type="pres">
      <dgm:prSet presAssocID="{0310B564-B3EA-4566-8A58-19F89011B6BA}" presName="Name0" presStyleCnt="0">
        <dgm:presLayoutVars>
          <dgm:dir/>
          <dgm:resizeHandles val="exact"/>
        </dgm:presLayoutVars>
      </dgm:prSet>
      <dgm:spPr/>
    </dgm:pt>
    <dgm:pt modelId="{FBF94ECE-3A20-47F4-A79E-D5F4DA159AE4}" type="pres">
      <dgm:prSet presAssocID="{34BB53CA-06AD-409F-95FD-0939DE34EC74}" presName="node" presStyleLbl="node1" presStyleIdx="0" presStyleCnt="3">
        <dgm:presLayoutVars>
          <dgm:bulletEnabled val="1"/>
        </dgm:presLayoutVars>
      </dgm:prSet>
      <dgm:spPr/>
    </dgm:pt>
    <dgm:pt modelId="{1A55D774-7284-427E-B920-BF8B9658DCB8}" type="pres">
      <dgm:prSet presAssocID="{87D7CCE0-6FC6-4A46-B074-A75D4FC2E6E6}" presName="sibTrans" presStyleLbl="sibTrans2D1" presStyleIdx="0" presStyleCnt="2" custLinFactNeighborX="18237" custLinFactNeighborY="-45935"/>
      <dgm:spPr/>
    </dgm:pt>
    <dgm:pt modelId="{D44F4091-4FB3-44B0-91CE-D8634BA1E98D}" type="pres">
      <dgm:prSet presAssocID="{87D7CCE0-6FC6-4A46-B074-A75D4FC2E6E6}" presName="connectorText" presStyleLbl="sibTrans2D1" presStyleIdx="0" presStyleCnt="2"/>
      <dgm:spPr/>
    </dgm:pt>
    <dgm:pt modelId="{E4FE2090-6183-4CC7-8B2A-821AE773EEE1}" type="pres">
      <dgm:prSet presAssocID="{42CCF680-1074-49DA-B9BD-24B1CCAA4997}" presName="node" presStyleLbl="node1" presStyleIdx="1" presStyleCnt="3">
        <dgm:presLayoutVars>
          <dgm:bulletEnabled val="1"/>
        </dgm:presLayoutVars>
      </dgm:prSet>
      <dgm:spPr/>
    </dgm:pt>
    <dgm:pt modelId="{3017DFF7-683A-4415-AA44-B1A74DF7A1C6}" type="pres">
      <dgm:prSet presAssocID="{7AB8B570-A928-450A-9DA2-52F947B8C231}" presName="sibTrans" presStyleLbl="sibTrans2D1" presStyleIdx="1" presStyleCnt="2" custLinFactNeighborX="-13677" custLinFactNeighborY="-65122"/>
      <dgm:spPr/>
    </dgm:pt>
    <dgm:pt modelId="{9508009B-6FED-4834-B57C-792C42AB5162}" type="pres">
      <dgm:prSet presAssocID="{7AB8B570-A928-450A-9DA2-52F947B8C231}" presName="connectorText" presStyleLbl="sibTrans2D1" presStyleIdx="1" presStyleCnt="2"/>
      <dgm:spPr/>
    </dgm:pt>
    <dgm:pt modelId="{62A1D0BB-8B91-4B3A-9399-161594B35814}" type="pres">
      <dgm:prSet presAssocID="{78312385-B95E-4867-9954-B4F2180DD139}" presName="node" presStyleLbl="node1" presStyleIdx="2" presStyleCnt="3">
        <dgm:presLayoutVars>
          <dgm:bulletEnabled val="1"/>
        </dgm:presLayoutVars>
      </dgm:prSet>
      <dgm:spPr/>
    </dgm:pt>
  </dgm:ptLst>
  <dgm:cxnLst>
    <dgm:cxn modelId="{1814DC00-79C5-4A1B-A9B8-40D356CE8D47}" srcId="{0310B564-B3EA-4566-8A58-19F89011B6BA}" destId="{78312385-B95E-4867-9954-B4F2180DD139}" srcOrd="2" destOrd="0" parTransId="{3C3E9AFD-413B-48E5-832E-338AC6F4D833}" sibTransId="{246D7E17-FA27-43E8-AF87-E0FE99DC7E39}"/>
    <dgm:cxn modelId="{9B48A714-0DB5-47F8-8151-B56325983695}" type="presOf" srcId="{42CCF680-1074-49DA-B9BD-24B1CCAA4997}" destId="{E4FE2090-6183-4CC7-8B2A-821AE773EEE1}" srcOrd="0" destOrd="0" presId="urn:microsoft.com/office/officeart/2005/8/layout/process1"/>
    <dgm:cxn modelId="{CF452338-1C39-49E3-8113-5AABE71E36EB}" type="presOf" srcId="{7AB8B570-A928-450A-9DA2-52F947B8C231}" destId="{9508009B-6FED-4834-B57C-792C42AB5162}" srcOrd="1" destOrd="0" presId="urn:microsoft.com/office/officeart/2005/8/layout/process1"/>
    <dgm:cxn modelId="{4161A96B-CEFF-4317-98F3-632D561362D7}" type="presOf" srcId="{7AB8B570-A928-450A-9DA2-52F947B8C231}" destId="{3017DFF7-683A-4415-AA44-B1A74DF7A1C6}" srcOrd="0" destOrd="0" presId="urn:microsoft.com/office/officeart/2005/8/layout/process1"/>
    <dgm:cxn modelId="{19400E56-0F7F-47D4-944C-81EEA7C6003A}" type="presOf" srcId="{87D7CCE0-6FC6-4A46-B074-A75D4FC2E6E6}" destId="{D44F4091-4FB3-44B0-91CE-D8634BA1E98D}" srcOrd="1" destOrd="0" presId="urn:microsoft.com/office/officeart/2005/8/layout/process1"/>
    <dgm:cxn modelId="{0D302E78-7058-4020-A9C3-FF2C7AECD31A}" type="presOf" srcId="{34BB53CA-06AD-409F-95FD-0939DE34EC74}" destId="{FBF94ECE-3A20-47F4-A79E-D5F4DA159AE4}" srcOrd="0" destOrd="0" presId="urn:microsoft.com/office/officeart/2005/8/layout/process1"/>
    <dgm:cxn modelId="{FC7D9F78-15F7-4561-9F3D-5E822826DA07}" srcId="{0310B564-B3EA-4566-8A58-19F89011B6BA}" destId="{34BB53CA-06AD-409F-95FD-0939DE34EC74}" srcOrd="0" destOrd="0" parTransId="{38335FE2-17BF-4E7A-9ED6-CA331A1F02BA}" sibTransId="{87D7CCE0-6FC6-4A46-B074-A75D4FC2E6E6}"/>
    <dgm:cxn modelId="{8BBF7D7C-E290-4BF0-AFFF-2A88FD5CCAD5}" type="presOf" srcId="{87D7CCE0-6FC6-4A46-B074-A75D4FC2E6E6}" destId="{1A55D774-7284-427E-B920-BF8B9658DCB8}" srcOrd="0" destOrd="0" presId="urn:microsoft.com/office/officeart/2005/8/layout/process1"/>
    <dgm:cxn modelId="{7F6FE385-DE64-49A9-B9CF-C85E74DCCA0E}" type="presOf" srcId="{0310B564-B3EA-4566-8A58-19F89011B6BA}" destId="{6042098A-553C-4AE0-BAC0-FFA5E3C7B89E}" srcOrd="0" destOrd="0" presId="urn:microsoft.com/office/officeart/2005/8/layout/process1"/>
    <dgm:cxn modelId="{CC80048E-C606-4662-98AF-7C8B23FFE0AB}" type="presOf" srcId="{78312385-B95E-4867-9954-B4F2180DD139}" destId="{62A1D0BB-8B91-4B3A-9399-161594B35814}" srcOrd="0" destOrd="0" presId="urn:microsoft.com/office/officeart/2005/8/layout/process1"/>
    <dgm:cxn modelId="{2DA0DDE7-415F-49E4-AA3A-AD7E676218C8}" srcId="{0310B564-B3EA-4566-8A58-19F89011B6BA}" destId="{42CCF680-1074-49DA-B9BD-24B1CCAA4997}" srcOrd="1" destOrd="0" parTransId="{865756AC-336E-44AC-895F-CC9E73022D8B}" sibTransId="{7AB8B570-A928-450A-9DA2-52F947B8C231}"/>
    <dgm:cxn modelId="{83432AE3-468D-4C31-A08C-FCF199E29457}" type="presParOf" srcId="{6042098A-553C-4AE0-BAC0-FFA5E3C7B89E}" destId="{FBF94ECE-3A20-47F4-A79E-D5F4DA159AE4}" srcOrd="0" destOrd="0" presId="urn:microsoft.com/office/officeart/2005/8/layout/process1"/>
    <dgm:cxn modelId="{1B6B929C-A3F7-4E0A-8530-5C12B05BBEA6}" type="presParOf" srcId="{6042098A-553C-4AE0-BAC0-FFA5E3C7B89E}" destId="{1A55D774-7284-427E-B920-BF8B9658DCB8}" srcOrd="1" destOrd="0" presId="urn:microsoft.com/office/officeart/2005/8/layout/process1"/>
    <dgm:cxn modelId="{A0323A70-F23F-4F94-A380-7DF62E82B3AF}" type="presParOf" srcId="{1A55D774-7284-427E-B920-BF8B9658DCB8}" destId="{D44F4091-4FB3-44B0-91CE-D8634BA1E98D}" srcOrd="0" destOrd="0" presId="urn:microsoft.com/office/officeart/2005/8/layout/process1"/>
    <dgm:cxn modelId="{5444C723-2F3B-42E1-8E86-1C7BE25E72D6}" type="presParOf" srcId="{6042098A-553C-4AE0-BAC0-FFA5E3C7B89E}" destId="{E4FE2090-6183-4CC7-8B2A-821AE773EEE1}" srcOrd="2" destOrd="0" presId="urn:microsoft.com/office/officeart/2005/8/layout/process1"/>
    <dgm:cxn modelId="{D2A8E783-BCFF-42F9-9CA5-55D84CE03243}" type="presParOf" srcId="{6042098A-553C-4AE0-BAC0-FFA5E3C7B89E}" destId="{3017DFF7-683A-4415-AA44-B1A74DF7A1C6}" srcOrd="3" destOrd="0" presId="urn:microsoft.com/office/officeart/2005/8/layout/process1"/>
    <dgm:cxn modelId="{503CEDB4-D238-4E03-B3D0-09B01D86FB13}" type="presParOf" srcId="{3017DFF7-683A-4415-AA44-B1A74DF7A1C6}" destId="{9508009B-6FED-4834-B57C-792C42AB5162}" srcOrd="0" destOrd="0" presId="urn:microsoft.com/office/officeart/2005/8/layout/process1"/>
    <dgm:cxn modelId="{F68B106D-E2BA-4F0C-8A5D-8B16F1055110}" type="presParOf" srcId="{6042098A-553C-4AE0-BAC0-FFA5E3C7B89E}" destId="{62A1D0BB-8B91-4B3A-9399-161594B3581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10B564-B3EA-4566-8A58-19F89011B6BA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BB53CA-06AD-409F-95FD-0939DE34EC74}">
      <dgm:prSet phldrT="[Text]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OMS / RMS SERVER PROGRAM</a:t>
          </a:r>
        </a:p>
      </dgm:t>
    </dgm:pt>
    <dgm:pt modelId="{38335FE2-17BF-4E7A-9ED6-CA331A1F02BA}" type="parTrans" cxnId="{FC7D9F78-15F7-4561-9F3D-5E822826DA07}">
      <dgm:prSet/>
      <dgm:spPr/>
      <dgm:t>
        <a:bodyPr/>
        <a:lstStyle/>
        <a:p>
          <a:endParaRPr lang="en-US"/>
        </a:p>
      </dgm:t>
    </dgm:pt>
    <dgm:pt modelId="{87D7CCE0-6FC6-4A46-B074-A75D4FC2E6E6}" type="sibTrans" cxnId="{FC7D9F78-15F7-4561-9F3D-5E822826DA07}">
      <dgm:prSet/>
      <dgm:spPr/>
      <dgm:t>
        <a:bodyPr/>
        <a:lstStyle/>
        <a:p>
          <a:endParaRPr lang="en-US"/>
        </a:p>
      </dgm:t>
    </dgm:pt>
    <dgm:pt modelId="{42CCF680-1074-49DA-B9BD-24B1CCAA4997}">
      <dgm:prSet phldrT="[Text]"/>
      <dgm:spPr/>
      <dgm:t>
        <a:bodyPr/>
        <a:lstStyle/>
        <a:p>
          <a:r>
            <a:rPr lang="en-US" dirty="0"/>
            <a:t>CLIENT PROGRAM</a:t>
          </a:r>
        </a:p>
      </dgm:t>
    </dgm:pt>
    <dgm:pt modelId="{865756AC-336E-44AC-895F-CC9E73022D8B}" type="parTrans" cxnId="{2DA0DDE7-415F-49E4-AA3A-AD7E676218C8}">
      <dgm:prSet/>
      <dgm:spPr/>
      <dgm:t>
        <a:bodyPr/>
        <a:lstStyle/>
        <a:p>
          <a:endParaRPr lang="en-US"/>
        </a:p>
      </dgm:t>
    </dgm:pt>
    <dgm:pt modelId="{7AB8B570-A928-450A-9DA2-52F947B8C231}" type="sibTrans" cxnId="{2DA0DDE7-415F-49E4-AA3A-AD7E676218C8}">
      <dgm:prSet/>
      <dgm:spPr/>
      <dgm:t>
        <a:bodyPr/>
        <a:lstStyle/>
        <a:p>
          <a:endParaRPr lang="en-US"/>
        </a:p>
      </dgm:t>
    </dgm:pt>
    <dgm:pt modelId="{6042098A-553C-4AE0-BAC0-FFA5E3C7B89E}" type="pres">
      <dgm:prSet presAssocID="{0310B564-B3EA-4566-8A58-19F89011B6BA}" presName="Name0" presStyleCnt="0">
        <dgm:presLayoutVars>
          <dgm:dir/>
          <dgm:resizeHandles val="exact"/>
        </dgm:presLayoutVars>
      </dgm:prSet>
      <dgm:spPr/>
    </dgm:pt>
    <dgm:pt modelId="{FBF94ECE-3A20-47F4-A79E-D5F4DA159AE4}" type="pres">
      <dgm:prSet presAssocID="{34BB53CA-06AD-409F-95FD-0939DE34EC74}" presName="node" presStyleLbl="node1" presStyleIdx="0" presStyleCnt="2">
        <dgm:presLayoutVars>
          <dgm:bulletEnabled val="1"/>
        </dgm:presLayoutVars>
      </dgm:prSet>
      <dgm:spPr/>
    </dgm:pt>
    <dgm:pt modelId="{1A55D774-7284-427E-B920-BF8B9658DCB8}" type="pres">
      <dgm:prSet presAssocID="{87D7CCE0-6FC6-4A46-B074-A75D4FC2E6E6}" presName="sibTrans" presStyleLbl="sibTrans2D1" presStyleIdx="0" presStyleCnt="1" custLinFactNeighborX="18237" custLinFactNeighborY="-45935"/>
      <dgm:spPr/>
    </dgm:pt>
    <dgm:pt modelId="{D44F4091-4FB3-44B0-91CE-D8634BA1E98D}" type="pres">
      <dgm:prSet presAssocID="{87D7CCE0-6FC6-4A46-B074-A75D4FC2E6E6}" presName="connectorText" presStyleLbl="sibTrans2D1" presStyleIdx="0" presStyleCnt="1"/>
      <dgm:spPr/>
    </dgm:pt>
    <dgm:pt modelId="{E4FE2090-6183-4CC7-8B2A-821AE773EEE1}" type="pres">
      <dgm:prSet presAssocID="{42CCF680-1074-49DA-B9BD-24B1CCAA4997}" presName="node" presStyleLbl="node1" presStyleIdx="1" presStyleCnt="2">
        <dgm:presLayoutVars>
          <dgm:bulletEnabled val="1"/>
        </dgm:presLayoutVars>
      </dgm:prSet>
      <dgm:spPr/>
    </dgm:pt>
  </dgm:ptLst>
  <dgm:cxnLst>
    <dgm:cxn modelId="{239E9B64-8C9B-42DA-BC53-EBFF32881401}" type="presOf" srcId="{87D7CCE0-6FC6-4A46-B074-A75D4FC2E6E6}" destId="{D44F4091-4FB3-44B0-91CE-D8634BA1E98D}" srcOrd="1" destOrd="0" presId="urn:microsoft.com/office/officeart/2005/8/layout/process1"/>
    <dgm:cxn modelId="{D4CC0A70-7B7D-4569-86B3-1F76FE3D0045}" type="presOf" srcId="{34BB53CA-06AD-409F-95FD-0939DE34EC74}" destId="{FBF94ECE-3A20-47F4-A79E-D5F4DA159AE4}" srcOrd="0" destOrd="0" presId="urn:microsoft.com/office/officeart/2005/8/layout/process1"/>
    <dgm:cxn modelId="{FC7D9F78-15F7-4561-9F3D-5E822826DA07}" srcId="{0310B564-B3EA-4566-8A58-19F89011B6BA}" destId="{34BB53CA-06AD-409F-95FD-0939DE34EC74}" srcOrd="0" destOrd="0" parTransId="{38335FE2-17BF-4E7A-9ED6-CA331A1F02BA}" sibTransId="{87D7CCE0-6FC6-4A46-B074-A75D4FC2E6E6}"/>
    <dgm:cxn modelId="{38FB1A8A-E8E9-4547-9215-5AD3D9ABC006}" type="presOf" srcId="{87D7CCE0-6FC6-4A46-B074-A75D4FC2E6E6}" destId="{1A55D774-7284-427E-B920-BF8B9658DCB8}" srcOrd="0" destOrd="0" presId="urn:microsoft.com/office/officeart/2005/8/layout/process1"/>
    <dgm:cxn modelId="{2DA0DDE7-415F-49E4-AA3A-AD7E676218C8}" srcId="{0310B564-B3EA-4566-8A58-19F89011B6BA}" destId="{42CCF680-1074-49DA-B9BD-24B1CCAA4997}" srcOrd="1" destOrd="0" parTransId="{865756AC-336E-44AC-895F-CC9E73022D8B}" sibTransId="{7AB8B570-A928-450A-9DA2-52F947B8C231}"/>
    <dgm:cxn modelId="{65499FF4-F3F4-475D-B2CD-FDEBC85F2262}" type="presOf" srcId="{0310B564-B3EA-4566-8A58-19F89011B6BA}" destId="{6042098A-553C-4AE0-BAC0-FFA5E3C7B89E}" srcOrd="0" destOrd="0" presId="urn:microsoft.com/office/officeart/2005/8/layout/process1"/>
    <dgm:cxn modelId="{56F205F8-072C-4368-8F63-31560E2830D9}" type="presOf" srcId="{42CCF680-1074-49DA-B9BD-24B1CCAA4997}" destId="{E4FE2090-6183-4CC7-8B2A-821AE773EEE1}" srcOrd="0" destOrd="0" presId="urn:microsoft.com/office/officeart/2005/8/layout/process1"/>
    <dgm:cxn modelId="{18CD81AA-44FF-48E6-BE33-8C0620ADB2B3}" type="presParOf" srcId="{6042098A-553C-4AE0-BAC0-FFA5E3C7B89E}" destId="{FBF94ECE-3A20-47F4-A79E-D5F4DA159AE4}" srcOrd="0" destOrd="0" presId="urn:microsoft.com/office/officeart/2005/8/layout/process1"/>
    <dgm:cxn modelId="{87753815-FD16-48C2-96B0-58BE211B9DDA}" type="presParOf" srcId="{6042098A-553C-4AE0-BAC0-FFA5E3C7B89E}" destId="{1A55D774-7284-427E-B920-BF8B9658DCB8}" srcOrd="1" destOrd="0" presId="urn:microsoft.com/office/officeart/2005/8/layout/process1"/>
    <dgm:cxn modelId="{1A4622C1-C5F7-4F4C-9E59-51BFA3CC5248}" type="presParOf" srcId="{1A55D774-7284-427E-B920-BF8B9658DCB8}" destId="{D44F4091-4FB3-44B0-91CE-D8634BA1E98D}" srcOrd="0" destOrd="0" presId="urn:microsoft.com/office/officeart/2005/8/layout/process1"/>
    <dgm:cxn modelId="{2A569E16-F747-4AF5-A0F2-A19E5ADAB6AC}" type="presParOf" srcId="{6042098A-553C-4AE0-BAC0-FFA5E3C7B89E}" destId="{E4FE2090-6183-4CC7-8B2A-821AE773EEE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10B564-B3EA-4566-8A58-19F89011B6BA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BB53CA-06AD-409F-95FD-0939DE34EC74}">
      <dgm:prSet phldrT="[Text]"/>
      <dgm:spPr/>
      <dgm:t>
        <a:bodyPr/>
        <a:lstStyle/>
        <a:p>
          <a:r>
            <a:rPr lang="en-US" dirty="0"/>
            <a:t>EXCHANGE SERVER</a:t>
          </a:r>
        </a:p>
      </dgm:t>
    </dgm:pt>
    <dgm:pt modelId="{38335FE2-17BF-4E7A-9ED6-CA331A1F02BA}" type="parTrans" cxnId="{FC7D9F78-15F7-4561-9F3D-5E822826DA07}">
      <dgm:prSet/>
      <dgm:spPr/>
      <dgm:t>
        <a:bodyPr/>
        <a:lstStyle/>
        <a:p>
          <a:endParaRPr lang="en-US"/>
        </a:p>
      </dgm:t>
    </dgm:pt>
    <dgm:pt modelId="{87D7CCE0-6FC6-4A46-B074-A75D4FC2E6E6}" type="sibTrans" cxnId="{FC7D9F78-15F7-4561-9F3D-5E822826DA07}">
      <dgm:prSet/>
      <dgm:spPr/>
      <dgm:t>
        <a:bodyPr/>
        <a:lstStyle/>
        <a:p>
          <a:endParaRPr lang="en-US"/>
        </a:p>
      </dgm:t>
    </dgm:pt>
    <dgm:pt modelId="{42CCF680-1074-49DA-B9BD-24B1CCAA4997}">
      <dgm:prSet phldrT="[Text]"/>
      <dgm:spPr/>
      <dgm:t>
        <a:bodyPr/>
        <a:lstStyle/>
        <a:p>
          <a:r>
            <a:rPr lang="en-US" dirty="0"/>
            <a:t>BROKER OMS SERVER</a:t>
          </a:r>
        </a:p>
      </dgm:t>
    </dgm:pt>
    <dgm:pt modelId="{865756AC-336E-44AC-895F-CC9E73022D8B}" type="parTrans" cxnId="{2DA0DDE7-415F-49E4-AA3A-AD7E676218C8}">
      <dgm:prSet/>
      <dgm:spPr/>
      <dgm:t>
        <a:bodyPr/>
        <a:lstStyle/>
        <a:p>
          <a:endParaRPr lang="en-US"/>
        </a:p>
      </dgm:t>
    </dgm:pt>
    <dgm:pt modelId="{7AB8B570-A928-450A-9DA2-52F947B8C231}" type="sibTrans" cxnId="{2DA0DDE7-415F-49E4-AA3A-AD7E676218C8}">
      <dgm:prSet/>
      <dgm:spPr/>
      <dgm:t>
        <a:bodyPr/>
        <a:lstStyle/>
        <a:p>
          <a:endParaRPr lang="en-US"/>
        </a:p>
      </dgm:t>
    </dgm:pt>
    <dgm:pt modelId="{78312385-B95E-4867-9954-B4F2180DD139}">
      <dgm:prSet phldrT="[Text]"/>
      <dgm:spPr/>
      <dgm:t>
        <a:bodyPr/>
        <a:lstStyle/>
        <a:p>
          <a:r>
            <a:rPr lang="en-US" dirty="0"/>
            <a:t>CLIENT</a:t>
          </a:r>
        </a:p>
      </dgm:t>
    </dgm:pt>
    <dgm:pt modelId="{3C3E9AFD-413B-48E5-832E-338AC6F4D833}" type="parTrans" cxnId="{1814DC00-79C5-4A1B-A9B8-40D356CE8D47}">
      <dgm:prSet/>
      <dgm:spPr/>
      <dgm:t>
        <a:bodyPr/>
        <a:lstStyle/>
        <a:p>
          <a:endParaRPr lang="en-US"/>
        </a:p>
      </dgm:t>
    </dgm:pt>
    <dgm:pt modelId="{246D7E17-FA27-43E8-AF87-E0FE99DC7E39}" type="sibTrans" cxnId="{1814DC00-79C5-4A1B-A9B8-40D356CE8D47}">
      <dgm:prSet/>
      <dgm:spPr/>
      <dgm:t>
        <a:bodyPr/>
        <a:lstStyle/>
        <a:p>
          <a:endParaRPr lang="en-US"/>
        </a:p>
      </dgm:t>
    </dgm:pt>
    <dgm:pt modelId="{6042098A-553C-4AE0-BAC0-FFA5E3C7B89E}" type="pres">
      <dgm:prSet presAssocID="{0310B564-B3EA-4566-8A58-19F89011B6BA}" presName="Name0" presStyleCnt="0">
        <dgm:presLayoutVars>
          <dgm:dir/>
          <dgm:resizeHandles val="exact"/>
        </dgm:presLayoutVars>
      </dgm:prSet>
      <dgm:spPr/>
    </dgm:pt>
    <dgm:pt modelId="{FBF94ECE-3A20-47F4-A79E-D5F4DA159AE4}" type="pres">
      <dgm:prSet presAssocID="{34BB53CA-06AD-409F-95FD-0939DE34EC74}" presName="node" presStyleLbl="node1" presStyleIdx="0" presStyleCnt="3">
        <dgm:presLayoutVars>
          <dgm:bulletEnabled val="1"/>
        </dgm:presLayoutVars>
      </dgm:prSet>
      <dgm:spPr/>
    </dgm:pt>
    <dgm:pt modelId="{1A55D774-7284-427E-B920-BF8B9658DCB8}" type="pres">
      <dgm:prSet presAssocID="{87D7CCE0-6FC6-4A46-B074-A75D4FC2E6E6}" presName="sibTrans" presStyleLbl="sibTrans2D1" presStyleIdx="0" presStyleCnt="2" custLinFactNeighborX="18237" custLinFactNeighborY="-45935"/>
      <dgm:spPr/>
    </dgm:pt>
    <dgm:pt modelId="{D44F4091-4FB3-44B0-91CE-D8634BA1E98D}" type="pres">
      <dgm:prSet presAssocID="{87D7CCE0-6FC6-4A46-B074-A75D4FC2E6E6}" presName="connectorText" presStyleLbl="sibTrans2D1" presStyleIdx="0" presStyleCnt="2"/>
      <dgm:spPr/>
    </dgm:pt>
    <dgm:pt modelId="{E4FE2090-6183-4CC7-8B2A-821AE773EEE1}" type="pres">
      <dgm:prSet presAssocID="{42CCF680-1074-49DA-B9BD-24B1CCAA4997}" presName="node" presStyleLbl="node1" presStyleIdx="1" presStyleCnt="3">
        <dgm:presLayoutVars>
          <dgm:bulletEnabled val="1"/>
        </dgm:presLayoutVars>
      </dgm:prSet>
      <dgm:spPr/>
    </dgm:pt>
    <dgm:pt modelId="{3017DFF7-683A-4415-AA44-B1A74DF7A1C6}" type="pres">
      <dgm:prSet presAssocID="{7AB8B570-A928-450A-9DA2-52F947B8C231}" presName="sibTrans" presStyleLbl="sibTrans2D1" presStyleIdx="1" presStyleCnt="2" custLinFactNeighborX="-13677" custLinFactNeighborY="-65122"/>
      <dgm:spPr/>
    </dgm:pt>
    <dgm:pt modelId="{9508009B-6FED-4834-B57C-792C42AB5162}" type="pres">
      <dgm:prSet presAssocID="{7AB8B570-A928-450A-9DA2-52F947B8C231}" presName="connectorText" presStyleLbl="sibTrans2D1" presStyleIdx="1" presStyleCnt="2"/>
      <dgm:spPr/>
    </dgm:pt>
    <dgm:pt modelId="{62A1D0BB-8B91-4B3A-9399-161594B35814}" type="pres">
      <dgm:prSet presAssocID="{78312385-B95E-4867-9954-B4F2180DD139}" presName="node" presStyleLbl="node1" presStyleIdx="2" presStyleCnt="3">
        <dgm:presLayoutVars>
          <dgm:bulletEnabled val="1"/>
        </dgm:presLayoutVars>
      </dgm:prSet>
      <dgm:spPr/>
    </dgm:pt>
  </dgm:ptLst>
  <dgm:cxnLst>
    <dgm:cxn modelId="{1814DC00-79C5-4A1B-A9B8-40D356CE8D47}" srcId="{0310B564-B3EA-4566-8A58-19F89011B6BA}" destId="{78312385-B95E-4867-9954-B4F2180DD139}" srcOrd="2" destOrd="0" parTransId="{3C3E9AFD-413B-48E5-832E-338AC6F4D833}" sibTransId="{246D7E17-FA27-43E8-AF87-E0FE99DC7E39}"/>
    <dgm:cxn modelId="{8D996018-7562-4F7C-9BF3-63CAE0E631A9}" type="presOf" srcId="{0310B564-B3EA-4566-8A58-19F89011B6BA}" destId="{6042098A-553C-4AE0-BAC0-FFA5E3C7B89E}" srcOrd="0" destOrd="0" presId="urn:microsoft.com/office/officeart/2005/8/layout/process1"/>
    <dgm:cxn modelId="{7B5C315B-0BF7-4EB9-8D76-E698C5FE0155}" type="presOf" srcId="{7AB8B570-A928-450A-9DA2-52F947B8C231}" destId="{9508009B-6FED-4834-B57C-792C42AB5162}" srcOrd="1" destOrd="0" presId="urn:microsoft.com/office/officeart/2005/8/layout/process1"/>
    <dgm:cxn modelId="{981CF845-0AE3-4246-98DB-FAD9F7E0866F}" type="presOf" srcId="{7AB8B570-A928-450A-9DA2-52F947B8C231}" destId="{3017DFF7-683A-4415-AA44-B1A74DF7A1C6}" srcOrd="0" destOrd="0" presId="urn:microsoft.com/office/officeart/2005/8/layout/process1"/>
    <dgm:cxn modelId="{2B3EA44D-E2F8-4AC7-9B63-2C03EDE13B75}" type="presOf" srcId="{42CCF680-1074-49DA-B9BD-24B1CCAA4997}" destId="{E4FE2090-6183-4CC7-8B2A-821AE773EEE1}" srcOrd="0" destOrd="0" presId="urn:microsoft.com/office/officeart/2005/8/layout/process1"/>
    <dgm:cxn modelId="{48AA9870-2DD3-43DC-A958-0746288AC639}" type="presOf" srcId="{78312385-B95E-4867-9954-B4F2180DD139}" destId="{62A1D0BB-8B91-4B3A-9399-161594B35814}" srcOrd="0" destOrd="0" presId="urn:microsoft.com/office/officeart/2005/8/layout/process1"/>
    <dgm:cxn modelId="{FC7D9F78-15F7-4561-9F3D-5E822826DA07}" srcId="{0310B564-B3EA-4566-8A58-19F89011B6BA}" destId="{34BB53CA-06AD-409F-95FD-0939DE34EC74}" srcOrd="0" destOrd="0" parTransId="{38335FE2-17BF-4E7A-9ED6-CA331A1F02BA}" sibTransId="{87D7CCE0-6FC6-4A46-B074-A75D4FC2E6E6}"/>
    <dgm:cxn modelId="{EFCBFBA0-53AD-4135-AB27-BD3DD009C1FA}" type="presOf" srcId="{87D7CCE0-6FC6-4A46-B074-A75D4FC2E6E6}" destId="{1A55D774-7284-427E-B920-BF8B9658DCB8}" srcOrd="0" destOrd="0" presId="urn:microsoft.com/office/officeart/2005/8/layout/process1"/>
    <dgm:cxn modelId="{1C91DEA2-67C2-43BB-95F0-6F2AAC4604B5}" type="presOf" srcId="{34BB53CA-06AD-409F-95FD-0939DE34EC74}" destId="{FBF94ECE-3A20-47F4-A79E-D5F4DA159AE4}" srcOrd="0" destOrd="0" presId="urn:microsoft.com/office/officeart/2005/8/layout/process1"/>
    <dgm:cxn modelId="{ACE89BB0-A2A0-4BF5-9A2E-FD38AD42F904}" type="presOf" srcId="{87D7CCE0-6FC6-4A46-B074-A75D4FC2E6E6}" destId="{D44F4091-4FB3-44B0-91CE-D8634BA1E98D}" srcOrd="1" destOrd="0" presId="urn:microsoft.com/office/officeart/2005/8/layout/process1"/>
    <dgm:cxn modelId="{2DA0DDE7-415F-49E4-AA3A-AD7E676218C8}" srcId="{0310B564-B3EA-4566-8A58-19F89011B6BA}" destId="{42CCF680-1074-49DA-B9BD-24B1CCAA4997}" srcOrd="1" destOrd="0" parTransId="{865756AC-336E-44AC-895F-CC9E73022D8B}" sibTransId="{7AB8B570-A928-450A-9DA2-52F947B8C231}"/>
    <dgm:cxn modelId="{D7F52DF3-DE66-41DB-8C56-D3A3479D7893}" type="presParOf" srcId="{6042098A-553C-4AE0-BAC0-FFA5E3C7B89E}" destId="{FBF94ECE-3A20-47F4-A79E-D5F4DA159AE4}" srcOrd="0" destOrd="0" presId="urn:microsoft.com/office/officeart/2005/8/layout/process1"/>
    <dgm:cxn modelId="{F4491E00-9480-4D81-8D2C-33D0B178DCB4}" type="presParOf" srcId="{6042098A-553C-4AE0-BAC0-FFA5E3C7B89E}" destId="{1A55D774-7284-427E-B920-BF8B9658DCB8}" srcOrd="1" destOrd="0" presId="urn:microsoft.com/office/officeart/2005/8/layout/process1"/>
    <dgm:cxn modelId="{53006D82-22C4-4EE3-A640-18C00F4276C0}" type="presParOf" srcId="{1A55D774-7284-427E-B920-BF8B9658DCB8}" destId="{D44F4091-4FB3-44B0-91CE-D8634BA1E98D}" srcOrd="0" destOrd="0" presId="urn:microsoft.com/office/officeart/2005/8/layout/process1"/>
    <dgm:cxn modelId="{67715315-B4F4-48B9-8E72-059A8F780376}" type="presParOf" srcId="{6042098A-553C-4AE0-BAC0-FFA5E3C7B89E}" destId="{E4FE2090-6183-4CC7-8B2A-821AE773EEE1}" srcOrd="2" destOrd="0" presId="urn:microsoft.com/office/officeart/2005/8/layout/process1"/>
    <dgm:cxn modelId="{F7D0F7DB-6EBC-4EB8-9A4D-6ACC4517DAF0}" type="presParOf" srcId="{6042098A-553C-4AE0-BAC0-FFA5E3C7B89E}" destId="{3017DFF7-683A-4415-AA44-B1A74DF7A1C6}" srcOrd="3" destOrd="0" presId="urn:microsoft.com/office/officeart/2005/8/layout/process1"/>
    <dgm:cxn modelId="{704B8726-76DE-4235-958C-57A93CAA0902}" type="presParOf" srcId="{3017DFF7-683A-4415-AA44-B1A74DF7A1C6}" destId="{9508009B-6FED-4834-B57C-792C42AB5162}" srcOrd="0" destOrd="0" presId="urn:microsoft.com/office/officeart/2005/8/layout/process1"/>
    <dgm:cxn modelId="{B873C0CE-450E-4747-9025-7A2D0D346297}" type="presParOf" srcId="{6042098A-553C-4AE0-BAC0-FFA5E3C7B89E}" destId="{62A1D0BB-8B91-4B3A-9399-161594B3581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310B564-B3EA-4566-8A58-19F89011B6BA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BB53CA-06AD-409F-95FD-0939DE34EC74}">
      <dgm:prSet phldrT="[Text]"/>
      <dgm:spPr/>
      <dgm:t>
        <a:bodyPr/>
        <a:lstStyle/>
        <a:p>
          <a:r>
            <a:rPr lang="en-US" dirty="0"/>
            <a:t>EXCHANGE</a:t>
          </a:r>
        </a:p>
      </dgm:t>
    </dgm:pt>
    <dgm:pt modelId="{38335FE2-17BF-4E7A-9ED6-CA331A1F02BA}" type="parTrans" cxnId="{FC7D9F78-15F7-4561-9F3D-5E822826DA07}">
      <dgm:prSet/>
      <dgm:spPr/>
      <dgm:t>
        <a:bodyPr/>
        <a:lstStyle/>
        <a:p>
          <a:endParaRPr lang="en-US"/>
        </a:p>
      </dgm:t>
    </dgm:pt>
    <dgm:pt modelId="{87D7CCE0-6FC6-4A46-B074-A75D4FC2E6E6}" type="sibTrans" cxnId="{FC7D9F78-15F7-4561-9F3D-5E822826DA07}">
      <dgm:prSet/>
      <dgm:spPr/>
      <dgm:t>
        <a:bodyPr/>
        <a:lstStyle/>
        <a:p>
          <a:endParaRPr lang="en-US"/>
        </a:p>
      </dgm:t>
    </dgm:pt>
    <dgm:pt modelId="{42CCF680-1074-49DA-B9BD-24B1CCAA4997}">
      <dgm:prSet phldrT="[Text]"/>
      <dgm:spPr/>
      <dgm:t>
        <a:bodyPr/>
        <a:lstStyle/>
        <a:p>
          <a:r>
            <a:rPr lang="en-US" dirty="0"/>
            <a:t>BROKER</a:t>
          </a:r>
        </a:p>
      </dgm:t>
    </dgm:pt>
    <dgm:pt modelId="{865756AC-336E-44AC-895F-CC9E73022D8B}" type="parTrans" cxnId="{2DA0DDE7-415F-49E4-AA3A-AD7E676218C8}">
      <dgm:prSet/>
      <dgm:spPr/>
      <dgm:t>
        <a:bodyPr/>
        <a:lstStyle/>
        <a:p>
          <a:endParaRPr lang="en-US"/>
        </a:p>
      </dgm:t>
    </dgm:pt>
    <dgm:pt modelId="{7AB8B570-A928-450A-9DA2-52F947B8C231}" type="sibTrans" cxnId="{2DA0DDE7-415F-49E4-AA3A-AD7E676218C8}">
      <dgm:prSet/>
      <dgm:spPr/>
      <dgm:t>
        <a:bodyPr/>
        <a:lstStyle/>
        <a:p>
          <a:endParaRPr lang="en-US"/>
        </a:p>
      </dgm:t>
    </dgm:pt>
    <dgm:pt modelId="{78312385-B95E-4867-9954-B4F2180DD139}">
      <dgm:prSet phldrT="[Text]"/>
      <dgm:spPr/>
      <dgm:t>
        <a:bodyPr/>
        <a:lstStyle/>
        <a:p>
          <a:r>
            <a:rPr lang="en-US" dirty="0"/>
            <a:t>CLIENT</a:t>
          </a:r>
        </a:p>
      </dgm:t>
    </dgm:pt>
    <dgm:pt modelId="{3C3E9AFD-413B-48E5-832E-338AC6F4D833}" type="parTrans" cxnId="{1814DC00-79C5-4A1B-A9B8-40D356CE8D47}">
      <dgm:prSet/>
      <dgm:spPr/>
      <dgm:t>
        <a:bodyPr/>
        <a:lstStyle/>
        <a:p>
          <a:endParaRPr lang="en-US"/>
        </a:p>
      </dgm:t>
    </dgm:pt>
    <dgm:pt modelId="{246D7E17-FA27-43E8-AF87-E0FE99DC7E39}" type="sibTrans" cxnId="{1814DC00-79C5-4A1B-A9B8-40D356CE8D47}">
      <dgm:prSet/>
      <dgm:spPr/>
      <dgm:t>
        <a:bodyPr/>
        <a:lstStyle/>
        <a:p>
          <a:endParaRPr lang="en-US"/>
        </a:p>
      </dgm:t>
    </dgm:pt>
    <dgm:pt modelId="{6042098A-553C-4AE0-BAC0-FFA5E3C7B89E}" type="pres">
      <dgm:prSet presAssocID="{0310B564-B3EA-4566-8A58-19F89011B6BA}" presName="Name0" presStyleCnt="0">
        <dgm:presLayoutVars>
          <dgm:dir/>
          <dgm:resizeHandles val="exact"/>
        </dgm:presLayoutVars>
      </dgm:prSet>
      <dgm:spPr/>
    </dgm:pt>
    <dgm:pt modelId="{FBF94ECE-3A20-47F4-A79E-D5F4DA159AE4}" type="pres">
      <dgm:prSet presAssocID="{34BB53CA-06AD-409F-95FD-0939DE34EC74}" presName="node" presStyleLbl="node1" presStyleIdx="0" presStyleCnt="3" custScaleY="216771" custLinFactNeighborX="-836" custLinFactNeighborY="-87237">
        <dgm:presLayoutVars>
          <dgm:bulletEnabled val="1"/>
        </dgm:presLayoutVars>
      </dgm:prSet>
      <dgm:spPr/>
    </dgm:pt>
    <dgm:pt modelId="{1A55D774-7284-427E-B920-BF8B9658DCB8}" type="pres">
      <dgm:prSet presAssocID="{87D7CCE0-6FC6-4A46-B074-A75D4FC2E6E6}" presName="sibTrans" presStyleLbl="sibTrans2D1" presStyleIdx="0" presStyleCnt="2" custLinFactNeighborX="-20375" custLinFactNeighborY="-1165"/>
      <dgm:spPr/>
    </dgm:pt>
    <dgm:pt modelId="{D44F4091-4FB3-44B0-91CE-D8634BA1E98D}" type="pres">
      <dgm:prSet presAssocID="{87D7CCE0-6FC6-4A46-B074-A75D4FC2E6E6}" presName="connectorText" presStyleLbl="sibTrans2D1" presStyleIdx="0" presStyleCnt="2"/>
      <dgm:spPr/>
    </dgm:pt>
    <dgm:pt modelId="{E4FE2090-6183-4CC7-8B2A-821AE773EEE1}" type="pres">
      <dgm:prSet presAssocID="{42CCF680-1074-49DA-B9BD-24B1CCAA4997}" presName="node" presStyleLbl="node1" presStyleIdx="1" presStyleCnt="3" custScaleY="219129" custLinFactNeighborX="1487" custLinFactNeighborY="-86026">
        <dgm:presLayoutVars>
          <dgm:bulletEnabled val="1"/>
        </dgm:presLayoutVars>
      </dgm:prSet>
      <dgm:spPr/>
    </dgm:pt>
    <dgm:pt modelId="{3017DFF7-683A-4415-AA44-B1A74DF7A1C6}" type="pres">
      <dgm:prSet presAssocID="{7AB8B570-A928-450A-9DA2-52F947B8C231}" presName="sibTrans" presStyleLbl="sibTrans2D1" presStyleIdx="1" presStyleCnt="2" custLinFactNeighborX="12185" custLinFactNeighborY="18022"/>
      <dgm:spPr/>
    </dgm:pt>
    <dgm:pt modelId="{9508009B-6FED-4834-B57C-792C42AB5162}" type="pres">
      <dgm:prSet presAssocID="{7AB8B570-A928-450A-9DA2-52F947B8C231}" presName="connectorText" presStyleLbl="sibTrans2D1" presStyleIdx="1" presStyleCnt="2"/>
      <dgm:spPr/>
    </dgm:pt>
    <dgm:pt modelId="{62A1D0BB-8B91-4B3A-9399-161594B35814}" type="pres">
      <dgm:prSet presAssocID="{78312385-B95E-4867-9954-B4F2180DD139}" presName="node" presStyleLbl="node1" presStyleIdx="2" presStyleCnt="3" custScaleY="216770" custLinFactNeighborX="1022" custLinFactNeighborY="-88228">
        <dgm:presLayoutVars>
          <dgm:bulletEnabled val="1"/>
        </dgm:presLayoutVars>
      </dgm:prSet>
      <dgm:spPr/>
    </dgm:pt>
  </dgm:ptLst>
  <dgm:cxnLst>
    <dgm:cxn modelId="{1814DC00-79C5-4A1B-A9B8-40D356CE8D47}" srcId="{0310B564-B3EA-4566-8A58-19F89011B6BA}" destId="{78312385-B95E-4867-9954-B4F2180DD139}" srcOrd="2" destOrd="0" parTransId="{3C3E9AFD-413B-48E5-832E-338AC6F4D833}" sibTransId="{246D7E17-FA27-43E8-AF87-E0FE99DC7E39}"/>
    <dgm:cxn modelId="{0E945831-6EDB-4D5B-AC85-5578769C9FD7}" type="presOf" srcId="{0310B564-B3EA-4566-8A58-19F89011B6BA}" destId="{6042098A-553C-4AE0-BAC0-FFA5E3C7B89E}" srcOrd="0" destOrd="0" presId="urn:microsoft.com/office/officeart/2005/8/layout/process1"/>
    <dgm:cxn modelId="{565CE963-DD5C-47E9-9442-0AB0B0647754}" type="presOf" srcId="{7AB8B570-A928-450A-9DA2-52F947B8C231}" destId="{3017DFF7-683A-4415-AA44-B1A74DF7A1C6}" srcOrd="0" destOrd="0" presId="urn:microsoft.com/office/officeart/2005/8/layout/process1"/>
    <dgm:cxn modelId="{7F66994C-2D3A-4384-BE9C-CBDE778983DC}" type="presOf" srcId="{34BB53CA-06AD-409F-95FD-0939DE34EC74}" destId="{FBF94ECE-3A20-47F4-A79E-D5F4DA159AE4}" srcOrd="0" destOrd="0" presId="urn:microsoft.com/office/officeart/2005/8/layout/process1"/>
    <dgm:cxn modelId="{E0DD5C4E-825C-45AD-80D9-56E63E8DC671}" type="presOf" srcId="{7AB8B570-A928-450A-9DA2-52F947B8C231}" destId="{9508009B-6FED-4834-B57C-792C42AB5162}" srcOrd="1" destOrd="0" presId="urn:microsoft.com/office/officeart/2005/8/layout/process1"/>
    <dgm:cxn modelId="{5FA60272-6486-42F6-BC87-83D3177A9874}" type="presOf" srcId="{87D7CCE0-6FC6-4A46-B074-A75D4FC2E6E6}" destId="{D44F4091-4FB3-44B0-91CE-D8634BA1E98D}" srcOrd="1" destOrd="0" presId="urn:microsoft.com/office/officeart/2005/8/layout/process1"/>
    <dgm:cxn modelId="{FC7D9F78-15F7-4561-9F3D-5E822826DA07}" srcId="{0310B564-B3EA-4566-8A58-19F89011B6BA}" destId="{34BB53CA-06AD-409F-95FD-0939DE34EC74}" srcOrd="0" destOrd="0" parTransId="{38335FE2-17BF-4E7A-9ED6-CA331A1F02BA}" sibTransId="{87D7CCE0-6FC6-4A46-B074-A75D4FC2E6E6}"/>
    <dgm:cxn modelId="{81BF3888-4402-4F9F-805D-755D8DB69F94}" type="presOf" srcId="{42CCF680-1074-49DA-B9BD-24B1CCAA4997}" destId="{E4FE2090-6183-4CC7-8B2A-821AE773EEE1}" srcOrd="0" destOrd="0" presId="urn:microsoft.com/office/officeart/2005/8/layout/process1"/>
    <dgm:cxn modelId="{2052C1BD-3B64-486B-BA20-E6439F817B7E}" type="presOf" srcId="{78312385-B95E-4867-9954-B4F2180DD139}" destId="{62A1D0BB-8B91-4B3A-9399-161594B35814}" srcOrd="0" destOrd="0" presId="urn:microsoft.com/office/officeart/2005/8/layout/process1"/>
    <dgm:cxn modelId="{2DA0DDE7-415F-49E4-AA3A-AD7E676218C8}" srcId="{0310B564-B3EA-4566-8A58-19F89011B6BA}" destId="{42CCF680-1074-49DA-B9BD-24B1CCAA4997}" srcOrd="1" destOrd="0" parTransId="{865756AC-336E-44AC-895F-CC9E73022D8B}" sibTransId="{7AB8B570-A928-450A-9DA2-52F947B8C231}"/>
    <dgm:cxn modelId="{FFFC7DFC-60A5-451C-8BEA-CE804084071F}" type="presOf" srcId="{87D7CCE0-6FC6-4A46-B074-A75D4FC2E6E6}" destId="{1A55D774-7284-427E-B920-BF8B9658DCB8}" srcOrd="0" destOrd="0" presId="urn:microsoft.com/office/officeart/2005/8/layout/process1"/>
    <dgm:cxn modelId="{EEAFB4AE-649F-49D6-B275-D7ADB0D2687E}" type="presParOf" srcId="{6042098A-553C-4AE0-BAC0-FFA5E3C7B89E}" destId="{FBF94ECE-3A20-47F4-A79E-D5F4DA159AE4}" srcOrd="0" destOrd="0" presId="urn:microsoft.com/office/officeart/2005/8/layout/process1"/>
    <dgm:cxn modelId="{CE598B11-6D47-44A0-869A-C4730E4647CD}" type="presParOf" srcId="{6042098A-553C-4AE0-BAC0-FFA5E3C7B89E}" destId="{1A55D774-7284-427E-B920-BF8B9658DCB8}" srcOrd="1" destOrd="0" presId="urn:microsoft.com/office/officeart/2005/8/layout/process1"/>
    <dgm:cxn modelId="{D56F9854-F9A8-47AF-9FC4-0B496BDBE768}" type="presParOf" srcId="{1A55D774-7284-427E-B920-BF8B9658DCB8}" destId="{D44F4091-4FB3-44B0-91CE-D8634BA1E98D}" srcOrd="0" destOrd="0" presId="urn:microsoft.com/office/officeart/2005/8/layout/process1"/>
    <dgm:cxn modelId="{9C21E1CC-F1C4-468D-8DB0-3F8FFC1A9B0B}" type="presParOf" srcId="{6042098A-553C-4AE0-BAC0-FFA5E3C7B89E}" destId="{E4FE2090-6183-4CC7-8B2A-821AE773EEE1}" srcOrd="2" destOrd="0" presId="urn:microsoft.com/office/officeart/2005/8/layout/process1"/>
    <dgm:cxn modelId="{0FF38578-8699-4CDE-8CB4-41A521775678}" type="presParOf" srcId="{6042098A-553C-4AE0-BAC0-FFA5E3C7B89E}" destId="{3017DFF7-683A-4415-AA44-B1A74DF7A1C6}" srcOrd="3" destOrd="0" presId="urn:microsoft.com/office/officeart/2005/8/layout/process1"/>
    <dgm:cxn modelId="{7F99CC60-8D04-436C-A515-FE99CBBB2768}" type="presParOf" srcId="{3017DFF7-683A-4415-AA44-B1A74DF7A1C6}" destId="{9508009B-6FED-4834-B57C-792C42AB5162}" srcOrd="0" destOrd="0" presId="urn:microsoft.com/office/officeart/2005/8/layout/process1"/>
    <dgm:cxn modelId="{AE5B7652-D848-4F8E-8A15-5B5580BBC45C}" type="presParOf" srcId="{6042098A-553C-4AE0-BAC0-FFA5E3C7B89E}" destId="{62A1D0BB-8B91-4B3A-9399-161594B3581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310B564-B3EA-4566-8A58-19F89011B6BA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BB53CA-06AD-409F-95FD-0939DE34EC74}">
      <dgm:prSet phldrT="[Text]"/>
      <dgm:spPr/>
      <dgm:t>
        <a:bodyPr/>
        <a:lstStyle/>
        <a:p>
          <a:r>
            <a:rPr lang="en-US" dirty="0"/>
            <a:t>EXCHANGE</a:t>
          </a:r>
        </a:p>
      </dgm:t>
    </dgm:pt>
    <dgm:pt modelId="{38335FE2-17BF-4E7A-9ED6-CA331A1F02BA}" type="parTrans" cxnId="{FC7D9F78-15F7-4561-9F3D-5E822826DA07}">
      <dgm:prSet/>
      <dgm:spPr/>
      <dgm:t>
        <a:bodyPr/>
        <a:lstStyle/>
        <a:p>
          <a:endParaRPr lang="en-US"/>
        </a:p>
      </dgm:t>
    </dgm:pt>
    <dgm:pt modelId="{87D7CCE0-6FC6-4A46-B074-A75D4FC2E6E6}" type="sibTrans" cxnId="{FC7D9F78-15F7-4561-9F3D-5E822826DA07}">
      <dgm:prSet/>
      <dgm:spPr/>
      <dgm:t>
        <a:bodyPr/>
        <a:lstStyle/>
        <a:p>
          <a:endParaRPr lang="en-US"/>
        </a:p>
      </dgm:t>
    </dgm:pt>
    <dgm:pt modelId="{42CCF680-1074-49DA-B9BD-24B1CCAA4997}">
      <dgm:prSet phldrT="[Text]"/>
      <dgm:spPr/>
      <dgm:t>
        <a:bodyPr/>
        <a:lstStyle/>
        <a:p>
          <a:r>
            <a:rPr lang="en-US" dirty="0"/>
            <a:t>BROKER</a:t>
          </a:r>
        </a:p>
      </dgm:t>
    </dgm:pt>
    <dgm:pt modelId="{865756AC-336E-44AC-895F-CC9E73022D8B}" type="parTrans" cxnId="{2DA0DDE7-415F-49E4-AA3A-AD7E676218C8}">
      <dgm:prSet/>
      <dgm:spPr/>
      <dgm:t>
        <a:bodyPr/>
        <a:lstStyle/>
        <a:p>
          <a:endParaRPr lang="en-US"/>
        </a:p>
      </dgm:t>
    </dgm:pt>
    <dgm:pt modelId="{7AB8B570-A928-450A-9DA2-52F947B8C231}" type="sibTrans" cxnId="{2DA0DDE7-415F-49E4-AA3A-AD7E676218C8}">
      <dgm:prSet/>
      <dgm:spPr/>
      <dgm:t>
        <a:bodyPr/>
        <a:lstStyle/>
        <a:p>
          <a:endParaRPr lang="en-US"/>
        </a:p>
      </dgm:t>
    </dgm:pt>
    <dgm:pt modelId="{78312385-B95E-4867-9954-B4F2180DD139}">
      <dgm:prSet phldrT="[Text]"/>
      <dgm:spPr/>
      <dgm:t>
        <a:bodyPr/>
        <a:lstStyle/>
        <a:p>
          <a:r>
            <a:rPr lang="en-US" dirty="0"/>
            <a:t>CLIENT</a:t>
          </a:r>
        </a:p>
      </dgm:t>
    </dgm:pt>
    <dgm:pt modelId="{3C3E9AFD-413B-48E5-832E-338AC6F4D833}" type="parTrans" cxnId="{1814DC00-79C5-4A1B-A9B8-40D356CE8D47}">
      <dgm:prSet/>
      <dgm:spPr/>
      <dgm:t>
        <a:bodyPr/>
        <a:lstStyle/>
        <a:p>
          <a:endParaRPr lang="en-US"/>
        </a:p>
      </dgm:t>
    </dgm:pt>
    <dgm:pt modelId="{246D7E17-FA27-43E8-AF87-E0FE99DC7E39}" type="sibTrans" cxnId="{1814DC00-79C5-4A1B-A9B8-40D356CE8D47}">
      <dgm:prSet/>
      <dgm:spPr/>
      <dgm:t>
        <a:bodyPr/>
        <a:lstStyle/>
        <a:p>
          <a:endParaRPr lang="en-US"/>
        </a:p>
      </dgm:t>
    </dgm:pt>
    <dgm:pt modelId="{6042098A-553C-4AE0-BAC0-FFA5E3C7B89E}" type="pres">
      <dgm:prSet presAssocID="{0310B564-B3EA-4566-8A58-19F89011B6BA}" presName="Name0" presStyleCnt="0">
        <dgm:presLayoutVars>
          <dgm:dir/>
          <dgm:resizeHandles val="exact"/>
        </dgm:presLayoutVars>
      </dgm:prSet>
      <dgm:spPr/>
    </dgm:pt>
    <dgm:pt modelId="{FBF94ECE-3A20-47F4-A79E-D5F4DA159AE4}" type="pres">
      <dgm:prSet presAssocID="{34BB53CA-06AD-409F-95FD-0939DE34EC74}" presName="node" presStyleLbl="node1" presStyleIdx="0" presStyleCnt="3" custScaleY="216771" custLinFactNeighborX="-836" custLinFactNeighborY="-87237">
        <dgm:presLayoutVars>
          <dgm:bulletEnabled val="1"/>
        </dgm:presLayoutVars>
      </dgm:prSet>
      <dgm:spPr/>
    </dgm:pt>
    <dgm:pt modelId="{1A55D774-7284-427E-B920-BF8B9658DCB8}" type="pres">
      <dgm:prSet presAssocID="{87D7CCE0-6FC6-4A46-B074-A75D4FC2E6E6}" presName="sibTrans" presStyleLbl="sibTrans2D1" presStyleIdx="0" presStyleCnt="2" custLinFactNeighborX="-20375" custLinFactNeighborY="-1165"/>
      <dgm:spPr/>
    </dgm:pt>
    <dgm:pt modelId="{D44F4091-4FB3-44B0-91CE-D8634BA1E98D}" type="pres">
      <dgm:prSet presAssocID="{87D7CCE0-6FC6-4A46-B074-A75D4FC2E6E6}" presName="connectorText" presStyleLbl="sibTrans2D1" presStyleIdx="0" presStyleCnt="2"/>
      <dgm:spPr/>
    </dgm:pt>
    <dgm:pt modelId="{E4FE2090-6183-4CC7-8B2A-821AE773EEE1}" type="pres">
      <dgm:prSet presAssocID="{42CCF680-1074-49DA-B9BD-24B1CCAA4997}" presName="node" presStyleLbl="node1" presStyleIdx="1" presStyleCnt="3" custScaleY="219129" custLinFactNeighborX="1487" custLinFactNeighborY="-86026">
        <dgm:presLayoutVars>
          <dgm:bulletEnabled val="1"/>
        </dgm:presLayoutVars>
      </dgm:prSet>
      <dgm:spPr/>
    </dgm:pt>
    <dgm:pt modelId="{3017DFF7-683A-4415-AA44-B1A74DF7A1C6}" type="pres">
      <dgm:prSet presAssocID="{7AB8B570-A928-450A-9DA2-52F947B8C231}" presName="sibTrans" presStyleLbl="sibTrans2D1" presStyleIdx="1" presStyleCnt="2" custLinFactNeighborX="12185" custLinFactNeighborY="18022"/>
      <dgm:spPr/>
    </dgm:pt>
    <dgm:pt modelId="{9508009B-6FED-4834-B57C-792C42AB5162}" type="pres">
      <dgm:prSet presAssocID="{7AB8B570-A928-450A-9DA2-52F947B8C231}" presName="connectorText" presStyleLbl="sibTrans2D1" presStyleIdx="1" presStyleCnt="2"/>
      <dgm:spPr/>
    </dgm:pt>
    <dgm:pt modelId="{62A1D0BB-8B91-4B3A-9399-161594B35814}" type="pres">
      <dgm:prSet presAssocID="{78312385-B95E-4867-9954-B4F2180DD139}" presName="node" presStyleLbl="node1" presStyleIdx="2" presStyleCnt="3" custScaleY="216770" custLinFactNeighborX="1022" custLinFactNeighborY="-88228">
        <dgm:presLayoutVars>
          <dgm:bulletEnabled val="1"/>
        </dgm:presLayoutVars>
      </dgm:prSet>
      <dgm:spPr/>
    </dgm:pt>
  </dgm:ptLst>
  <dgm:cxnLst>
    <dgm:cxn modelId="{1814DC00-79C5-4A1B-A9B8-40D356CE8D47}" srcId="{0310B564-B3EA-4566-8A58-19F89011B6BA}" destId="{78312385-B95E-4867-9954-B4F2180DD139}" srcOrd="2" destOrd="0" parTransId="{3C3E9AFD-413B-48E5-832E-338AC6F4D833}" sibTransId="{246D7E17-FA27-43E8-AF87-E0FE99DC7E39}"/>
    <dgm:cxn modelId="{0E945831-6EDB-4D5B-AC85-5578769C9FD7}" type="presOf" srcId="{0310B564-B3EA-4566-8A58-19F89011B6BA}" destId="{6042098A-553C-4AE0-BAC0-FFA5E3C7B89E}" srcOrd="0" destOrd="0" presId="urn:microsoft.com/office/officeart/2005/8/layout/process1"/>
    <dgm:cxn modelId="{565CE963-DD5C-47E9-9442-0AB0B0647754}" type="presOf" srcId="{7AB8B570-A928-450A-9DA2-52F947B8C231}" destId="{3017DFF7-683A-4415-AA44-B1A74DF7A1C6}" srcOrd="0" destOrd="0" presId="urn:microsoft.com/office/officeart/2005/8/layout/process1"/>
    <dgm:cxn modelId="{7F66994C-2D3A-4384-BE9C-CBDE778983DC}" type="presOf" srcId="{34BB53CA-06AD-409F-95FD-0939DE34EC74}" destId="{FBF94ECE-3A20-47F4-A79E-D5F4DA159AE4}" srcOrd="0" destOrd="0" presId="urn:microsoft.com/office/officeart/2005/8/layout/process1"/>
    <dgm:cxn modelId="{E0DD5C4E-825C-45AD-80D9-56E63E8DC671}" type="presOf" srcId="{7AB8B570-A928-450A-9DA2-52F947B8C231}" destId="{9508009B-6FED-4834-B57C-792C42AB5162}" srcOrd="1" destOrd="0" presId="urn:microsoft.com/office/officeart/2005/8/layout/process1"/>
    <dgm:cxn modelId="{5FA60272-6486-42F6-BC87-83D3177A9874}" type="presOf" srcId="{87D7CCE0-6FC6-4A46-B074-A75D4FC2E6E6}" destId="{D44F4091-4FB3-44B0-91CE-D8634BA1E98D}" srcOrd="1" destOrd="0" presId="urn:microsoft.com/office/officeart/2005/8/layout/process1"/>
    <dgm:cxn modelId="{FC7D9F78-15F7-4561-9F3D-5E822826DA07}" srcId="{0310B564-B3EA-4566-8A58-19F89011B6BA}" destId="{34BB53CA-06AD-409F-95FD-0939DE34EC74}" srcOrd="0" destOrd="0" parTransId="{38335FE2-17BF-4E7A-9ED6-CA331A1F02BA}" sibTransId="{87D7CCE0-6FC6-4A46-B074-A75D4FC2E6E6}"/>
    <dgm:cxn modelId="{81BF3888-4402-4F9F-805D-755D8DB69F94}" type="presOf" srcId="{42CCF680-1074-49DA-B9BD-24B1CCAA4997}" destId="{E4FE2090-6183-4CC7-8B2A-821AE773EEE1}" srcOrd="0" destOrd="0" presId="urn:microsoft.com/office/officeart/2005/8/layout/process1"/>
    <dgm:cxn modelId="{2052C1BD-3B64-486B-BA20-E6439F817B7E}" type="presOf" srcId="{78312385-B95E-4867-9954-B4F2180DD139}" destId="{62A1D0BB-8B91-4B3A-9399-161594B35814}" srcOrd="0" destOrd="0" presId="urn:microsoft.com/office/officeart/2005/8/layout/process1"/>
    <dgm:cxn modelId="{2DA0DDE7-415F-49E4-AA3A-AD7E676218C8}" srcId="{0310B564-B3EA-4566-8A58-19F89011B6BA}" destId="{42CCF680-1074-49DA-B9BD-24B1CCAA4997}" srcOrd="1" destOrd="0" parTransId="{865756AC-336E-44AC-895F-CC9E73022D8B}" sibTransId="{7AB8B570-A928-450A-9DA2-52F947B8C231}"/>
    <dgm:cxn modelId="{FFFC7DFC-60A5-451C-8BEA-CE804084071F}" type="presOf" srcId="{87D7CCE0-6FC6-4A46-B074-A75D4FC2E6E6}" destId="{1A55D774-7284-427E-B920-BF8B9658DCB8}" srcOrd="0" destOrd="0" presId="urn:microsoft.com/office/officeart/2005/8/layout/process1"/>
    <dgm:cxn modelId="{EEAFB4AE-649F-49D6-B275-D7ADB0D2687E}" type="presParOf" srcId="{6042098A-553C-4AE0-BAC0-FFA5E3C7B89E}" destId="{FBF94ECE-3A20-47F4-A79E-D5F4DA159AE4}" srcOrd="0" destOrd="0" presId="urn:microsoft.com/office/officeart/2005/8/layout/process1"/>
    <dgm:cxn modelId="{CE598B11-6D47-44A0-869A-C4730E4647CD}" type="presParOf" srcId="{6042098A-553C-4AE0-BAC0-FFA5E3C7B89E}" destId="{1A55D774-7284-427E-B920-BF8B9658DCB8}" srcOrd="1" destOrd="0" presId="urn:microsoft.com/office/officeart/2005/8/layout/process1"/>
    <dgm:cxn modelId="{D56F9854-F9A8-47AF-9FC4-0B496BDBE768}" type="presParOf" srcId="{1A55D774-7284-427E-B920-BF8B9658DCB8}" destId="{D44F4091-4FB3-44B0-91CE-D8634BA1E98D}" srcOrd="0" destOrd="0" presId="urn:microsoft.com/office/officeart/2005/8/layout/process1"/>
    <dgm:cxn modelId="{9C21E1CC-F1C4-468D-8DB0-3F8FFC1A9B0B}" type="presParOf" srcId="{6042098A-553C-4AE0-BAC0-FFA5E3C7B89E}" destId="{E4FE2090-6183-4CC7-8B2A-821AE773EEE1}" srcOrd="2" destOrd="0" presId="urn:microsoft.com/office/officeart/2005/8/layout/process1"/>
    <dgm:cxn modelId="{0FF38578-8699-4CDE-8CB4-41A521775678}" type="presParOf" srcId="{6042098A-553C-4AE0-BAC0-FFA5E3C7B89E}" destId="{3017DFF7-683A-4415-AA44-B1A74DF7A1C6}" srcOrd="3" destOrd="0" presId="urn:microsoft.com/office/officeart/2005/8/layout/process1"/>
    <dgm:cxn modelId="{7F99CC60-8D04-436C-A515-FE99CBBB2768}" type="presParOf" srcId="{3017DFF7-683A-4415-AA44-B1A74DF7A1C6}" destId="{9508009B-6FED-4834-B57C-792C42AB5162}" srcOrd="0" destOrd="0" presId="urn:microsoft.com/office/officeart/2005/8/layout/process1"/>
    <dgm:cxn modelId="{AE5B7652-D848-4F8E-8A15-5B5580BBC45C}" type="presParOf" srcId="{6042098A-553C-4AE0-BAC0-FFA5E3C7B89E}" destId="{62A1D0BB-8B91-4B3A-9399-161594B3581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C188D-B9D2-4A55-9CFF-079B62574042}">
      <dsp:nvSpPr>
        <dsp:cNvPr id="0" name=""/>
        <dsp:cNvSpPr/>
      </dsp:nvSpPr>
      <dsp:spPr>
        <a:xfrm>
          <a:off x="2" y="0"/>
          <a:ext cx="8686794" cy="4419600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CC367-C5E1-4644-9D5A-C6AB5ABF842A}">
      <dsp:nvSpPr>
        <dsp:cNvPr id="0" name=""/>
        <dsp:cNvSpPr/>
      </dsp:nvSpPr>
      <dsp:spPr>
        <a:xfrm>
          <a:off x="2643" y="1325880"/>
          <a:ext cx="1383824" cy="1767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STRATEGY DESIGN</a:t>
          </a:r>
        </a:p>
      </dsp:txBody>
      <dsp:txXfrm>
        <a:off x="70196" y="1393433"/>
        <a:ext cx="1248718" cy="1632734"/>
      </dsp:txXfrm>
    </dsp:sp>
    <dsp:sp modelId="{4F1774C8-FBCB-4253-81F8-6E81EB958C37}">
      <dsp:nvSpPr>
        <dsp:cNvPr id="0" name=""/>
        <dsp:cNvSpPr/>
      </dsp:nvSpPr>
      <dsp:spPr>
        <a:xfrm>
          <a:off x="1462180" y="1325880"/>
          <a:ext cx="1383824" cy="1767840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BACKTESTING</a:t>
          </a:r>
        </a:p>
      </dsp:txBody>
      <dsp:txXfrm>
        <a:off x="1529733" y="1393433"/>
        <a:ext cx="1248718" cy="1632734"/>
      </dsp:txXfrm>
    </dsp:sp>
    <dsp:sp modelId="{8F1F675B-82D5-49E0-B68C-5BC51EF690AE}">
      <dsp:nvSpPr>
        <dsp:cNvPr id="0" name=""/>
        <dsp:cNvSpPr/>
      </dsp:nvSpPr>
      <dsp:spPr>
        <a:xfrm>
          <a:off x="2921718" y="1325880"/>
          <a:ext cx="1383824" cy="1767840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OPTIMIZATION</a:t>
          </a:r>
        </a:p>
      </dsp:txBody>
      <dsp:txXfrm>
        <a:off x="2989271" y="1393433"/>
        <a:ext cx="1248718" cy="1632734"/>
      </dsp:txXfrm>
    </dsp:sp>
    <dsp:sp modelId="{060550B7-6C69-4E4C-B992-C543AF6C31AC}">
      <dsp:nvSpPr>
        <dsp:cNvPr id="0" name=""/>
        <dsp:cNvSpPr/>
      </dsp:nvSpPr>
      <dsp:spPr>
        <a:xfrm>
          <a:off x="4381255" y="1325880"/>
          <a:ext cx="1383824" cy="1767840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SIGNAL GENERATION</a:t>
          </a:r>
        </a:p>
      </dsp:txBody>
      <dsp:txXfrm>
        <a:off x="4448808" y="1393433"/>
        <a:ext cx="1248718" cy="1632734"/>
      </dsp:txXfrm>
    </dsp:sp>
    <dsp:sp modelId="{A4BC7A83-8852-49E0-84E9-F31626D55CD1}">
      <dsp:nvSpPr>
        <dsp:cNvPr id="0" name=""/>
        <dsp:cNvSpPr/>
      </dsp:nvSpPr>
      <dsp:spPr>
        <a:xfrm>
          <a:off x="5840793" y="1325880"/>
          <a:ext cx="1383824" cy="1767840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TRADE GENERATION</a:t>
          </a:r>
        </a:p>
      </dsp:txBody>
      <dsp:txXfrm>
        <a:off x="5908346" y="1393433"/>
        <a:ext cx="1248718" cy="1632734"/>
      </dsp:txXfrm>
    </dsp:sp>
    <dsp:sp modelId="{D727B666-73A8-43D6-B8BE-A8D972F42635}">
      <dsp:nvSpPr>
        <dsp:cNvPr id="0" name=""/>
        <dsp:cNvSpPr/>
      </dsp:nvSpPr>
      <dsp:spPr>
        <a:xfrm>
          <a:off x="7300330" y="1325880"/>
          <a:ext cx="1383824" cy="17678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TRADE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EXECUTION</a:t>
          </a:r>
        </a:p>
      </dsp:txBody>
      <dsp:txXfrm>
        <a:off x="7367883" y="1393433"/>
        <a:ext cx="1248718" cy="1632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A868B-6422-469F-A0EC-E6CC264B1BB4}">
      <dsp:nvSpPr>
        <dsp:cNvPr id="0" name=""/>
        <dsp:cNvSpPr/>
      </dsp:nvSpPr>
      <dsp:spPr>
        <a:xfrm>
          <a:off x="1733" y="0"/>
          <a:ext cx="3490070" cy="5334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Development</a:t>
          </a:r>
        </a:p>
      </dsp:txBody>
      <dsp:txXfrm>
        <a:off x="17356" y="15623"/>
        <a:ext cx="3458824" cy="502154"/>
      </dsp:txXfrm>
    </dsp:sp>
    <dsp:sp modelId="{BB2DC588-8797-4D04-B65E-563ECEA69941}">
      <dsp:nvSpPr>
        <dsp:cNvPr id="0" name=""/>
        <dsp:cNvSpPr/>
      </dsp:nvSpPr>
      <dsp:spPr>
        <a:xfrm>
          <a:off x="3687237" y="0"/>
          <a:ext cx="761199" cy="5334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687237" y="106680"/>
        <a:ext cx="601179" cy="320040"/>
      </dsp:txXfrm>
    </dsp:sp>
    <dsp:sp modelId="{B9DF5A23-FFA6-4424-AF08-D6069D00B0DA}">
      <dsp:nvSpPr>
        <dsp:cNvPr id="0" name=""/>
        <dsp:cNvSpPr/>
      </dsp:nvSpPr>
      <dsp:spPr>
        <a:xfrm>
          <a:off x="4457204" y="0"/>
          <a:ext cx="3862381" cy="5334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Production</a:t>
          </a:r>
        </a:p>
      </dsp:txBody>
      <dsp:txXfrm>
        <a:off x="4472827" y="15623"/>
        <a:ext cx="3831135" cy="502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A868B-6422-469F-A0EC-E6CC264B1BB4}">
      <dsp:nvSpPr>
        <dsp:cNvPr id="0" name=""/>
        <dsp:cNvSpPr/>
      </dsp:nvSpPr>
      <dsp:spPr>
        <a:xfrm>
          <a:off x="1733" y="0"/>
          <a:ext cx="3490070" cy="5334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Historical Data Feed</a:t>
          </a:r>
        </a:p>
      </dsp:txBody>
      <dsp:txXfrm>
        <a:off x="17356" y="15623"/>
        <a:ext cx="3458824" cy="502154"/>
      </dsp:txXfrm>
    </dsp:sp>
    <dsp:sp modelId="{BB2DC588-8797-4D04-B65E-563ECEA69941}">
      <dsp:nvSpPr>
        <dsp:cNvPr id="0" name=""/>
        <dsp:cNvSpPr/>
      </dsp:nvSpPr>
      <dsp:spPr>
        <a:xfrm>
          <a:off x="3687237" y="0"/>
          <a:ext cx="761199" cy="5334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687237" y="106680"/>
        <a:ext cx="601179" cy="320040"/>
      </dsp:txXfrm>
    </dsp:sp>
    <dsp:sp modelId="{B9DF5A23-FFA6-4424-AF08-D6069D00B0DA}">
      <dsp:nvSpPr>
        <dsp:cNvPr id="0" name=""/>
        <dsp:cNvSpPr/>
      </dsp:nvSpPr>
      <dsp:spPr>
        <a:xfrm>
          <a:off x="4457204" y="0"/>
          <a:ext cx="3862381" cy="5334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Historical + Live Data Fee</a:t>
          </a:r>
        </a:p>
      </dsp:txBody>
      <dsp:txXfrm>
        <a:off x="4472827" y="15623"/>
        <a:ext cx="3831135" cy="5021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94ECE-3A20-47F4-A79E-D5F4DA159AE4}">
      <dsp:nvSpPr>
        <dsp:cNvPr id="0" name=""/>
        <dsp:cNvSpPr/>
      </dsp:nvSpPr>
      <dsp:spPr>
        <a:xfrm>
          <a:off x="5357" y="1551582"/>
          <a:ext cx="1601390" cy="9608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EXCHANGE</a:t>
          </a:r>
        </a:p>
      </dsp:txBody>
      <dsp:txXfrm>
        <a:off x="33499" y="1579724"/>
        <a:ext cx="1545106" cy="904550"/>
      </dsp:txXfrm>
    </dsp:sp>
    <dsp:sp modelId="{1A55D774-7284-427E-B920-BF8B9658DCB8}">
      <dsp:nvSpPr>
        <dsp:cNvPr id="0" name=""/>
        <dsp:cNvSpPr/>
      </dsp:nvSpPr>
      <dsp:spPr>
        <a:xfrm>
          <a:off x="1697715" y="1828800"/>
          <a:ext cx="339494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697715" y="1908229"/>
        <a:ext cx="237646" cy="238286"/>
      </dsp:txXfrm>
    </dsp:sp>
    <dsp:sp modelId="{E4FE2090-6183-4CC7-8B2A-821AE773EEE1}">
      <dsp:nvSpPr>
        <dsp:cNvPr id="0" name=""/>
        <dsp:cNvSpPr/>
      </dsp:nvSpPr>
      <dsp:spPr>
        <a:xfrm>
          <a:off x="2247304" y="1551582"/>
          <a:ext cx="1601390" cy="960834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BROKER</a:t>
          </a:r>
        </a:p>
      </dsp:txBody>
      <dsp:txXfrm>
        <a:off x="2275446" y="1579724"/>
        <a:ext cx="1545106" cy="904550"/>
      </dsp:txXfrm>
    </dsp:sp>
    <dsp:sp modelId="{3017DFF7-683A-4415-AA44-B1A74DF7A1C6}">
      <dsp:nvSpPr>
        <dsp:cNvPr id="0" name=""/>
        <dsp:cNvSpPr/>
      </dsp:nvSpPr>
      <dsp:spPr>
        <a:xfrm>
          <a:off x="4050201" y="1905001"/>
          <a:ext cx="339494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050201" y="1984430"/>
        <a:ext cx="237646" cy="238286"/>
      </dsp:txXfrm>
    </dsp:sp>
    <dsp:sp modelId="{62A1D0BB-8B91-4B3A-9399-161594B35814}">
      <dsp:nvSpPr>
        <dsp:cNvPr id="0" name=""/>
        <dsp:cNvSpPr/>
      </dsp:nvSpPr>
      <dsp:spPr>
        <a:xfrm>
          <a:off x="4489251" y="1551582"/>
          <a:ext cx="1601390" cy="960834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CLIENT</a:t>
          </a:r>
        </a:p>
      </dsp:txBody>
      <dsp:txXfrm>
        <a:off x="4517393" y="1579724"/>
        <a:ext cx="1545106" cy="9045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94ECE-3A20-47F4-A79E-D5F4DA159AE4}">
      <dsp:nvSpPr>
        <dsp:cNvPr id="0" name=""/>
        <dsp:cNvSpPr/>
      </dsp:nvSpPr>
      <dsp:spPr>
        <a:xfrm>
          <a:off x="6429" y="813717"/>
          <a:ext cx="1921668" cy="180156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EXCHANGE –  SERVER PROGRAM</a:t>
          </a:r>
        </a:p>
      </dsp:txBody>
      <dsp:txXfrm>
        <a:off x="59195" y="866483"/>
        <a:ext cx="1816136" cy="1696032"/>
      </dsp:txXfrm>
    </dsp:sp>
    <dsp:sp modelId="{1A55D774-7284-427E-B920-BF8B9658DCB8}">
      <dsp:nvSpPr>
        <dsp:cNvPr id="0" name=""/>
        <dsp:cNvSpPr/>
      </dsp:nvSpPr>
      <dsp:spPr>
        <a:xfrm>
          <a:off x="2194561" y="1257298"/>
          <a:ext cx="407393" cy="4765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94561" y="1352613"/>
        <a:ext cx="285175" cy="285943"/>
      </dsp:txXfrm>
    </dsp:sp>
    <dsp:sp modelId="{E4FE2090-6183-4CC7-8B2A-821AE773EEE1}">
      <dsp:nvSpPr>
        <dsp:cNvPr id="0" name=""/>
        <dsp:cNvSpPr/>
      </dsp:nvSpPr>
      <dsp:spPr>
        <a:xfrm>
          <a:off x="2696765" y="813717"/>
          <a:ext cx="1921668" cy="1801564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BROKER –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OMS/RMS SERVER</a:t>
          </a:r>
        </a:p>
      </dsp:txBody>
      <dsp:txXfrm>
        <a:off x="2749531" y="866483"/>
        <a:ext cx="1816136" cy="1696032"/>
      </dsp:txXfrm>
    </dsp:sp>
    <dsp:sp modelId="{3017DFF7-683A-4415-AA44-B1A74DF7A1C6}">
      <dsp:nvSpPr>
        <dsp:cNvPr id="0" name=""/>
        <dsp:cNvSpPr/>
      </dsp:nvSpPr>
      <dsp:spPr>
        <a:xfrm>
          <a:off x="4754882" y="1165858"/>
          <a:ext cx="407393" cy="4765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754882" y="1261173"/>
        <a:ext cx="285175" cy="285943"/>
      </dsp:txXfrm>
    </dsp:sp>
    <dsp:sp modelId="{62A1D0BB-8B91-4B3A-9399-161594B35814}">
      <dsp:nvSpPr>
        <dsp:cNvPr id="0" name=""/>
        <dsp:cNvSpPr/>
      </dsp:nvSpPr>
      <dsp:spPr>
        <a:xfrm>
          <a:off x="5387101" y="813717"/>
          <a:ext cx="1921668" cy="1801564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CLIENT –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OMS CLIENT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CLIENT ALGO PROGRAM</a:t>
          </a:r>
        </a:p>
      </dsp:txBody>
      <dsp:txXfrm>
        <a:off x="5439867" y="866483"/>
        <a:ext cx="1816136" cy="16960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94ECE-3A20-47F4-A79E-D5F4DA159AE4}">
      <dsp:nvSpPr>
        <dsp:cNvPr id="0" name=""/>
        <dsp:cNvSpPr/>
      </dsp:nvSpPr>
      <dsp:spPr>
        <a:xfrm>
          <a:off x="1428" y="0"/>
          <a:ext cx="3046809" cy="14478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OMS / RMS SERVER PROGRAM</a:t>
          </a:r>
        </a:p>
      </dsp:txBody>
      <dsp:txXfrm>
        <a:off x="43833" y="42405"/>
        <a:ext cx="2961999" cy="1362990"/>
      </dsp:txXfrm>
    </dsp:sp>
    <dsp:sp modelId="{1A55D774-7284-427E-B920-BF8B9658DCB8}">
      <dsp:nvSpPr>
        <dsp:cNvPr id="0" name=""/>
        <dsp:cNvSpPr/>
      </dsp:nvSpPr>
      <dsp:spPr>
        <a:xfrm>
          <a:off x="3470716" y="-993"/>
          <a:ext cx="645923" cy="7556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3470716" y="150129"/>
        <a:ext cx="452146" cy="453364"/>
      </dsp:txXfrm>
    </dsp:sp>
    <dsp:sp modelId="{E4FE2090-6183-4CC7-8B2A-821AE773EEE1}">
      <dsp:nvSpPr>
        <dsp:cNvPr id="0" name=""/>
        <dsp:cNvSpPr/>
      </dsp:nvSpPr>
      <dsp:spPr>
        <a:xfrm>
          <a:off x="4266961" y="0"/>
          <a:ext cx="3046809" cy="1447800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CLIENT PROGRAM</a:t>
          </a:r>
        </a:p>
      </dsp:txBody>
      <dsp:txXfrm>
        <a:off x="4309366" y="42405"/>
        <a:ext cx="2961999" cy="13629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94ECE-3A20-47F4-A79E-D5F4DA159AE4}">
      <dsp:nvSpPr>
        <dsp:cNvPr id="0" name=""/>
        <dsp:cNvSpPr/>
      </dsp:nvSpPr>
      <dsp:spPr>
        <a:xfrm>
          <a:off x="7233" y="189636"/>
          <a:ext cx="2161877" cy="129712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EXCHANGE SERVER</a:t>
          </a:r>
        </a:p>
      </dsp:txBody>
      <dsp:txXfrm>
        <a:off x="45225" y="227628"/>
        <a:ext cx="2085893" cy="1221142"/>
      </dsp:txXfrm>
    </dsp:sp>
    <dsp:sp modelId="{1A55D774-7284-427E-B920-BF8B9658DCB8}">
      <dsp:nvSpPr>
        <dsp:cNvPr id="0" name=""/>
        <dsp:cNvSpPr/>
      </dsp:nvSpPr>
      <dsp:spPr>
        <a:xfrm>
          <a:off x="2468881" y="323848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468881" y="431077"/>
        <a:ext cx="320822" cy="321687"/>
      </dsp:txXfrm>
    </dsp:sp>
    <dsp:sp modelId="{E4FE2090-6183-4CC7-8B2A-821AE773EEE1}">
      <dsp:nvSpPr>
        <dsp:cNvPr id="0" name=""/>
        <dsp:cNvSpPr/>
      </dsp:nvSpPr>
      <dsp:spPr>
        <a:xfrm>
          <a:off x="3033861" y="189636"/>
          <a:ext cx="2161877" cy="1297126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BROKER OMS SERVER</a:t>
          </a:r>
        </a:p>
      </dsp:txBody>
      <dsp:txXfrm>
        <a:off x="3071853" y="227628"/>
        <a:ext cx="2085893" cy="1221142"/>
      </dsp:txXfrm>
    </dsp:sp>
    <dsp:sp modelId="{3017DFF7-683A-4415-AA44-B1A74DF7A1C6}">
      <dsp:nvSpPr>
        <dsp:cNvPr id="0" name=""/>
        <dsp:cNvSpPr/>
      </dsp:nvSpPr>
      <dsp:spPr>
        <a:xfrm>
          <a:off x="5349242" y="220978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349242" y="328207"/>
        <a:ext cx="320822" cy="321687"/>
      </dsp:txXfrm>
    </dsp:sp>
    <dsp:sp modelId="{62A1D0BB-8B91-4B3A-9399-161594B35814}">
      <dsp:nvSpPr>
        <dsp:cNvPr id="0" name=""/>
        <dsp:cNvSpPr/>
      </dsp:nvSpPr>
      <dsp:spPr>
        <a:xfrm>
          <a:off x="6060489" y="189636"/>
          <a:ext cx="2161877" cy="1297126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CLIENT</a:t>
          </a:r>
        </a:p>
      </dsp:txBody>
      <dsp:txXfrm>
        <a:off x="6098481" y="227628"/>
        <a:ext cx="2085893" cy="12211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94ECE-3A20-47F4-A79E-D5F4DA159AE4}">
      <dsp:nvSpPr>
        <dsp:cNvPr id="0" name=""/>
        <dsp:cNvSpPr/>
      </dsp:nvSpPr>
      <dsp:spPr>
        <a:xfrm>
          <a:off x="2" y="152391"/>
          <a:ext cx="1601390" cy="20828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EXCHANGE</a:t>
          </a:r>
        </a:p>
      </dsp:txBody>
      <dsp:txXfrm>
        <a:off x="46905" y="199294"/>
        <a:ext cx="1507584" cy="1989004"/>
      </dsp:txXfrm>
    </dsp:sp>
    <dsp:sp modelId="{1A55D774-7284-427E-B920-BF8B9658DCB8}">
      <dsp:nvSpPr>
        <dsp:cNvPr id="0" name=""/>
        <dsp:cNvSpPr/>
      </dsp:nvSpPr>
      <dsp:spPr>
        <a:xfrm rot="17724">
          <a:off x="1694470" y="996466"/>
          <a:ext cx="347385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694471" y="1075626"/>
        <a:ext cx="243170" cy="238286"/>
      </dsp:txXfrm>
    </dsp:sp>
    <dsp:sp modelId="{E4FE2090-6183-4CC7-8B2A-821AE773EEE1}">
      <dsp:nvSpPr>
        <dsp:cNvPr id="0" name=""/>
        <dsp:cNvSpPr/>
      </dsp:nvSpPr>
      <dsp:spPr>
        <a:xfrm>
          <a:off x="2256829" y="152699"/>
          <a:ext cx="1601390" cy="2105466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BROKER</a:t>
          </a:r>
        </a:p>
      </dsp:txBody>
      <dsp:txXfrm>
        <a:off x="2303732" y="199602"/>
        <a:ext cx="1507584" cy="2011660"/>
      </dsp:txXfrm>
    </dsp:sp>
    <dsp:sp modelId="{3017DFF7-683A-4415-AA44-B1A74DF7A1C6}">
      <dsp:nvSpPr>
        <dsp:cNvPr id="0" name=""/>
        <dsp:cNvSpPr/>
      </dsp:nvSpPr>
      <dsp:spPr>
        <a:xfrm rot="21567498">
          <a:off x="4058410" y="1067764"/>
          <a:ext cx="337301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058412" y="1147671"/>
        <a:ext cx="236111" cy="238286"/>
      </dsp:txXfrm>
    </dsp:sp>
    <dsp:sp modelId="{62A1D0BB-8B91-4B3A-9399-161594B35814}">
      <dsp:nvSpPr>
        <dsp:cNvPr id="0" name=""/>
        <dsp:cNvSpPr/>
      </dsp:nvSpPr>
      <dsp:spPr>
        <a:xfrm>
          <a:off x="4494609" y="142874"/>
          <a:ext cx="1601390" cy="2082800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CLIENT</a:t>
          </a:r>
        </a:p>
      </dsp:txBody>
      <dsp:txXfrm>
        <a:off x="4541512" y="189777"/>
        <a:ext cx="1507584" cy="19889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94ECE-3A20-47F4-A79E-D5F4DA159AE4}">
      <dsp:nvSpPr>
        <dsp:cNvPr id="0" name=""/>
        <dsp:cNvSpPr/>
      </dsp:nvSpPr>
      <dsp:spPr>
        <a:xfrm>
          <a:off x="2" y="152391"/>
          <a:ext cx="1601390" cy="20828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EXCHANGE</a:t>
          </a:r>
        </a:p>
      </dsp:txBody>
      <dsp:txXfrm>
        <a:off x="46905" y="199294"/>
        <a:ext cx="1507584" cy="1989004"/>
      </dsp:txXfrm>
    </dsp:sp>
    <dsp:sp modelId="{1A55D774-7284-427E-B920-BF8B9658DCB8}">
      <dsp:nvSpPr>
        <dsp:cNvPr id="0" name=""/>
        <dsp:cNvSpPr/>
      </dsp:nvSpPr>
      <dsp:spPr>
        <a:xfrm rot="17724">
          <a:off x="1694470" y="996466"/>
          <a:ext cx="347385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694471" y="1075626"/>
        <a:ext cx="243170" cy="238286"/>
      </dsp:txXfrm>
    </dsp:sp>
    <dsp:sp modelId="{E4FE2090-6183-4CC7-8B2A-821AE773EEE1}">
      <dsp:nvSpPr>
        <dsp:cNvPr id="0" name=""/>
        <dsp:cNvSpPr/>
      </dsp:nvSpPr>
      <dsp:spPr>
        <a:xfrm>
          <a:off x="2256829" y="152699"/>
          <a:ext cx="1601390" cy="2105466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BROKER</a:t>
          </a:r>
        </a:p>
      </dsp:txBody>
      <dsp:txXfrm>
        <a:off x="2303732" y="199602"/>
        <a:ext cx="1507584" cy="2011660"/>
      </dsp:txXfrm>
    </dsp:sp>
    <dsp:sp modelId="{3017DFF7-683A-4415-AA44-B1A74DF7A1C6}">
      <dsp:nvSpPr>
        <dsp:cNvPr id="0" name=""/>
        <dsp:cNvSpPr/>
      </dsp:nvSpPr>
      <dsp:spPr>
        <a:xfrm rot="21567498">
          <a:off x="4058410" y="1067764"/>
          <a:ext cx="337301" cy="3971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058412" y="1147671"/>
        <a:ext cx="236111" cy="238286"/>
      </dsp:txXfrm>
    </dsp:sp>
    <dsp:sp modelId="{62A1D0BB-8B91-4B3A-9399-161594B35814}">
      <dsp:nvSpPr>
        <dsp:cNvPr id="0" name=""/>
        <dsp:cNvSpPr/>
      </dsp:nvSpPr>
      <dsp:spPr>
        <a:xfrm>
          <a:off x="4494609" y="142874"/>
          <a:ext cx="1601390" cy="2082800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CLIENT</a:t>
          </a:r>
        </a:p>
      </dsp:txBody>
      <dsp:txXfrm>
        <a:off x="4541512" y="189777"/>
        <a:ext cx="1507584" cy="1988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49AAE-4B9E-4AB0-A0A4-E4B2F56FB290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64659-5963-4BE5-9C4A-C036EA183AA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086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C95D5-0057-47AA-8774-3AF3DD75FF8A}" type="datetimeFigureOut">
              <a:rPr lang="en-US" smtClean="0"/>
              <a:pPr/>
              <a:t>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B4CAF-CF6A-444C-ACF6-DDE3EBBA407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3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3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3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Relationship Id="rId9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3C43D-6A0E-4448-BDF7-43994EDB9ACA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4" name="Picture 3" descr="The facts behind the hype: What the Gartner big data 2013 report means for the indust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3999" cy="350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3810000"/>
            <a:ext cx="9144000" cy="25146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en-US" sz="3600" b="1" dirty="0">
                <a:solidFill>
                  <a:srgbClr val="00B050"/>
                </a:solidFill>
                <a:latin typeface="Garamond" pitchFamily="18" charset="0"/>
              </a:rPr>
              <a:t>CERTIFICATE PROGRAM IN ALGORITHMIC TRADING</a:t>
            </a:r>
          </a:p>
          <a:p>
            <a:pPr algn="ctr">
              <a:spcBef>
                <a:spcPct val="0"/>
              </a:spcBef>
            </a:pPr>
            <a:endParaRPr lang="en-US" sz="2000" b="1" dirty="0">
              <a:solidFill>
                <a:srgbClr val="C00000"/>
              </a:solidFill>
              <a:latin typeface="Garamond" pitchFamily="18" charset="0"/>
            </a:endParaRPr>
          </a:p>
          <a:p>
            <a:pPr algn="ctr">
              <a:spcBef>
                <a:spcPct val="0"/>
              </a:spcBef>
            </a:pPr>
            <a:r>
              <a:rPr lang="en-US" b="1" dirty="0">
                <a:solidFill>
                  <a:srgbClr val="C00000"/>
                </a:solidFill>
                <a:latin typeface="Garamond" pitchFamily="18" charset="0"/>
              </a:rPr>
              <a:t>INDIAN INSTITUTE OF QUANTITATIVE FINANCE</a:t>
            </a:r>
          </a:p>
          <a:p>
            <a:pPr algn="ctr">
              <a:spcBef>
                <a:spcPct val="0"/>
              </a:spcBef>
            </a:pPr>
            <a:r>
              <a:rPr lang="en-US" b="1" dirty="0">
                <a:solidFill>
                  <a:srgbClr val="C00000"/>
                </a:solidFill>
                <a:latin typeface="Garamond" pitchFamily="18" charset="0"/>
              </a:rPr>
              <a:t>(IIQF)</a:t>
            </a:r>
          </a:p>
          <a:p>
            <a:pPr algn="ctr">
              <a:spcBef>
                <a:spcPct val="0"/>
              </a:spcBef>
            </a:pPr>
            <a:endParaRPr lang="en-US" sz="2000" b="1" dirty="0">
              <a:solidFill>
                <a:srgbClr val="C00000"/>
              </a:solidFill>
              <a:latin typeface="Garamond" pitchFamily="18" charset="0"/>
            </a:endParaRPr>
          </a:p>
        </p:txBody>
      </p:sp>
      <p:pic>
        <p:nvPicPr>
          <p:cNvPr id="8" name="Picture 2" descr="Indian Institute of Quantitative Financ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685800"/>
            <a:ext cx="1905000" cy="24536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4801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3C43D-6A0E-4448-BDF7-43994EDB9AC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057400"/>
            <a:ext cx="9144000" cy="21336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en-US" sz="4000" b="1" dirty="0">
                <a:solidFill>
                  <a:srgbClr val="00B050"/>
                </a:solidFill>
                <a:latin typeface="Garamond" pitchFamily="18" charset="0"/>
              </a:rPr>
              <a:t>TRADING API INTEGRATION : </a:t>
            </a:r>
          </a:p>
          <a:p>
            <a:pPr algn="ctr">
              <a:spcBef>
                <a:spcPct val="0"/>
              </a:spcBef>
            </a:pPr>
            <a:r>
              <a:rPr lang="en-US" sz="4000" b="1" dirty="0">
                <a:solidFill>
                  <a:srgbClr val="00B050"/>
                </a:solidFill>
                <a:latin typeface="Garamond" pitchFamily="18" charset="0"/>
              </a:rPr>
              <a:t>PUTTING ALL THE </a:t>
            </a:r>
          </a:p>
          <a:p>
            <a:pPr algn="ctr">
              <a:spcBef>
                <a:spcPct val="0"/>
              </a:spcBef>
            </a:pPr>
            <a:r>
              <a:rPr lang="en-US" sz="4000" b="1" dirty="0">
                <a:solidFill>
                  <a:srgbClr val="00B050"/>
                </a:solidFill>
                <a:latin typeface="Garamond" pitchFamily="18" charset="0"/>
              </a:rPr>
              <a:t>PIECES TOGETHER</a:t>
            </a:r>
          </a:p>
          <a:p>
            <a:pPr algn="ctr">
              <a:spcBef>
                <a:spcPct val="0"/>
              </a:spcBef>
            </a:pPr>
            <a:endParaRPr lang="en-US" sz="4000" b="1" dirty="0">
              <a:solidFill>
                <a:srgbClr val="C00000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16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609600" y="1219200"/>
            <a:ext cx="7848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Algorithmic Trading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Algorithmic Trading 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Order Management Systems – 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Automating Executions of Single Indicator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Back testing &amp; Parameter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Order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Trading Risk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Automating Executions of Combined Indicator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sourcing and cleanup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17588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82926759"/>
              </p:ext>
            </p:extLst>
          </p:nvPr>
        </p:nvGraphicFramePr>
        <p:xfrm>
          <a:off x="228600" y="1600200"/>
          <a:ext cx="8686799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381000" y="990600"/>
          <a:ext cx="85344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304800" y="5943600"/>
          <a:ext cx="85344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105572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DEVELOPMENT PHASE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609600" y="1219200"/>
            <a:ext cx="7848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Coding in some language (Python in our case)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Get Historical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Back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Optimize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1677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PRODUCTION PHASE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609600" y="1219200"/>
            <a:ext cx="7848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Coding in some language (Python in our case)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Get Live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Get Historical Data, if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Scan for trading signals, generate signals (Buy/Hold/Sell)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Generate Trade (Fund allocation, Qty, Price,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Execution (Order type, Order Validity, Slicing, Execution Algos)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51170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LIVE DATA FEEDS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524000" y="990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9" name="Picture 5" descr="C:\Users\user\AppData\Local\Microsoft\Windows\Temporary Internet Files\Content.IE5\1ITNDQ86\school-girl-using-computer[1]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43600" y="3556000"/>
            <a:ext cx="1499740" cy="1533825"/>
          </a:xfrm>
          <a:prstGeom prst="rect">
            <a:avLst/>
          </a:prstGeom>
          <a:noFill/>
        </p:spPr>
      </p:pic>
      <p:pic>
        <p:nvPicPr>
          <p:cNvPr id="1030" name="Picture 6" descr="C:\Users\user\AppData\Local\Microsoft\Windows\Temporary Internet Files\Content.IE5\1ITNDQ86\580px-Computer_n_screen.svg[1]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33800" y="3479800"/>
            <a:ext cx="1695450" cy="1750991"/>
          </a:xfrm>
          <a:prstGeom prst="rect">
            <a:avLst/>
          </a:prstGeom>
          <a:noFill/>
        </p:spPr>
      </p:pic>
      <p:pic>
        <p:nvPicPr>
          <p:cNvPr id="1031" name="Picture 7" descr="C:\Users\user\AppData\Local\Microsoft\Windows\Temporary Internet Files\Content.IE5\OJTPOM8X\1373811890[1]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24001" y="3632200"/>
            <a:ext cx="990600" cy="1334141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4191000" y="17526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DMA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9FECC3-0DAF-41CB-A8F0-8AF87F726B60}"/>
              </a:ext>
            </a:extLst>
          </p:cNvPr>
          <p:cNvSpPr/>
          <p:nvPr/>
        </p:nvSpPr>
        <p:spPr>
          <a:xfrm>
            <a:off x="3733800" y="914400"/>
            <a:ext cx="1778248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E27322-185B-4BEB-8133-3B41CE7DD697}"/>
              </a:ext>
            </a:extLst>
          </p:cNvPr>
          <p:cNvSpPr txBox="1"/>
          <p:nvPr/>
        </p:nvSpPr>
        <p:spPr>
          <a:xfrm>
            <a:off x="3962400" y="11430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THIRD PARTY VENDOR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D0DB9F0-7670-4B9D-B01B-BF1024344D9A}"/>
              </a:ext>
            </a:extLst>
          </p:cNvPr>
          <p:cNvSpPr/>
          <p:nvPr/>
        </p:nvSpPr>
        <p:spPr>
          <a:xfrm rot="18951434">
            <a:off x="2672085" y="1891083"/>
            <a:ext cx="863846" cy="397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E2AE8DF-482E-4249-AA92-3459CA546AB6}"/>
              </a:ext>
            </a:extLst>
          </p:cNvPr>
          <p:cNvSpPr/>
          <p:nvPr/>
        </p:nvSpPr>
        <p:spPr>
          <a:xfrm rot="2035829">
            <a:off x="5674760" y="1784859"/>
            <a:ext cx="863846" cy="397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4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LIVE DATA FEEDS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9" name="Picture 5" descr="C:\Users\user\AppData\Local\Microsoft\Windows\Temporary Internet Files\Content.IE5\1ITNDQ86\school-girl-using-computer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588382"/>
            <a:ext cx="1499740" cy="1533825"/>
          </a:xfrm>
          <a:prstGeom prst="rect">
            <a:avLst/>
          </a:prstGeom>
          <a:noFill/>
        </p:spPr>
      </p:pic>
      <p:pic>
        <p:nvPicPr>
          <p:cNvPr id="1030" name="Picture 6" descr="C:\Users\user\AppData\Local\Microsoft\Windows\Temporary Internet Files\Content.IE5\1ITNDQ86\580px-Computer_n_screen.svg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3479800"/>
            <a:ext cx="1695450" cy="1750991"/>
          </a:xfrm>
          <a:prstGeom prst="rect">
            <a:avLst/>
          </a:prstGeom>
          <a:noFill/>
        </p:spPr>
      </p:pic>
      <p:pic>
        <p:nvPicPr>
          <p:cNvPr id="1031" name="Picture 7" descr="C:\Users\user\AppData\Local\Microsoft\Windows\Temporary Internet Files\Content.IE5\OJTPOM8X\1373811890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4648200"/>
            <a:ext cx="990600" cy="1334141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4191000" y="17526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DMA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9FECC3-0DAF-41CB-A8F0-8AF87F726B60}"/>
              </a:ext>
            </a:extLst>
          </p:cNvPr>
          <p:cNvSpPr/>
          <p:nvPr/>
        </p:nvSpPr>
        <p:spPr>
          <a:xfrm>
            <a:off x="3733800" y="914400"/>
            <a:ext cx="1778248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E27322-185B-4BEB-8133-3B41CE7DD697}"/>
              </a:ext>
            </a:extLst>
          </p:cNvPr>
          <p:cNvSpPr txBox="1"/>
          <p:nvPr/>
        </p:nvSpPr>
        <p:spPr>
          <a:xfrm>
            <a:off x="3962400" y="11430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THIRD PARTY VENDOR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D0DB9F0-7670-4B9D-B01B-BF1024344D9A}"/>
              </a:ext>
            </a:extLst>
          </p:cNvPr>
          <p:cNvSpPr/>
          <p:nvPr/>
        </p:nvSpPr>
        <p:spPr>
          <a:xfrm rot="18951434">
            <a:off x="1268423" y="3220951"/>
            <a:ext cx="3636738" cy="39714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E2AE8DF-482E-4249-AA92-3459CA546AB6}"/>
              </a:ext>
            </a:extLst>
          </p:cNvPr>
          <p:cNvSpPr/>
          <p:nvPr/>
        </p:nvSpPr>
        <p:spPr>
          <a:xfrm>
            <a:off x="5531927" y="4174526"/>
            <a:ext cx="1372137" cy="397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C:\Users\user\AppData\Local\Microsoft\Windows\Temporary Internet Files\Content.IE5\OJTPOM8X\1373811890[1].png">
            <a:extLst>
              <a:ext uri="{FF2B5EF4-FFF2-40B4-BE49-F238E27FC236}">
                <a16:creationId xmlns:a16="http://schemas.microsoft.com/office/drawing/2014/main" id="{7570CD20-E313-40DC-837F-4B30EDD19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555490"/>
            <a:ext cx="990600" cy="1334141"/>
          </a:xfrm>
          <a:prstGeom prst="rect">
            <a:avLst/>
          </a:prstGeom>
          <a:noFill/>
        </p:spPr>
      </p:pic>
      <p:pic>
        <p:nvPicPr>
          <p:cNvPr id="9" name="Picture 7" descr="C:\Users\user\AppData\Local\Microsoft\Windows\Temporary Internet Files\Content.IE5\OJTPOM8X\1373811890[1].png">
            <a:extLst>
              <a:ext uri="{FF2B5EF4-FFF2-40B4-BE49-F238E27FC236}">
                <a16:creationId xmlns:a16="http://schemas.microsoft.com/office/drawing/2014/main" id="{FDBF346D-8766-4283-82AA-46975C0ED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755514"/>
            <a:ext cx="990600" cy="1334141"/>
          </a:xfrm>
          <a:prstGeom prst="rect">
            <a:avLst/>
          </a:prstGeom>
          <a:noFill/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AA66CA32-AA6C-4704-AB59-701C3B32968F}"/>
              </a:ext>
            </a:extLst>
          </p:cNvPr>
          <p:cNvSpPr/>
          <p:nvPr/>
        </p:nvSpPr>
        <p:spPr>
          <a:xfrm rot="18951434">
            <a:off x="1704965" y="2163437"/>
            <a:ext cx="2253146" cy="39714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B18F665-7DFD-4EEA-86A8-19DE16CDD309}"/>
              </a:ext>
            </a:extLst>
          </p:cNvPr>
          <p:cNvSpPr/>
          <p:nvPr/>
        </p:nvSpPr>
        <p:spPr>
          <a:xfrm rot="2035829">
            <a:off x="1902378" y="3752104"/>
            <a:ext cx="1780090" cy="397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7A174B5-C804-4F79-A7AC-F87C0D804643}"/>
              </a:ext>
            </a:extLst>
          </p:cNvPr>
          <p:cNvSpPr/>
          <p:nvPr/>
        </p:nvSpPr>
        <p:spPr>
          <a:xfrm rot="2035829">
            <a:off x="1674563" y="2613740"/>
            <a:ext cx="2972214" cy="397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9A06CEF-1DD0-4366-BF47-9332E37844CB}"/>
              </a:ext>
            </a:extLst>
          </p:cNvPr>
          <p:cNvSpPr/>
          <p:nvPr/>
        </p:nvSpPr>
        <p:spPr>
          <a:xfrm rot="19925229">
            <a:off x="1805671" y="5007949"/>
            <a:ext cx="1789091" cy="397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83B9BAD-9E55-4789-B5C1-5996D56C4EE2}"/>
              </a:ext>
            </a:extLst>
          </p:cNvPr>
          <p:cNvSpPr/>
          <p:nvPr/>
        </p:nvSpPr>
        <p:spPr>
          <a:xfrm rot="360212">
            <a:off x="1951965" y="946541"/>
            <a:ext cx="1609074" cy="39714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8E0A338-E49C-43A8-B680-B6A929A27957}"/>
              </a:ext>
            </a:extLst>
          </p:cNvPr>
          <p:cNvSpPr/>
          <p:nvPr/>
        </p:nvSpPr>
        <p:spPr>
          <a:xfrm rot="2267018">
            <a:off x="5320945" y="2534065"/>
            <a:ext cx="2780158" cy="39714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C16D40-0D76-06D4-25D1-63936AEFEC8A}"/>
              </a:ext>
            </a:extLst>
          </p:cNvPr>
          <p:cNvGrpSpPr/>
          <p:nvPr/>
        </p:nvGrpSpPr>
        <p:grpSpPr>
          <a:xfrm>
            <a:off x="3733800" y="5336763"/>
            <a:ext cx="1601390" cy="960834"/>
            <a:chOff x="2247304" y="1551582"/>
            <a:chExt cx="1601390" cy="96083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AB792A0-2BFF-AADE-909D-27F7D5E597BD}"/>
                </a:ext>
              </a:extLst>
            </p:cNvPr>
            <p:cNvSpPr/>
            <p:nvPr/>
          </p:nvSpPr>
          <p:spPr>
            <a:xfrm>
              <a:off x="2247304" y="1551582"/>
              <a:ext cx="1601390" cy="9608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966938"/>
                <a:satOff val="19906"/>
                <a:lumOff val="4314"/>
                <a:alphaOff val="0"/>
              </a:schemeClr>
            </a:fillRef>
            <a:effectRef idx="0">
              <a:schemeClr val="accent5">
                <a:hueOff val="-4966938"/>
                <a:satOff val="19906"/>
                <a:lumOff val="431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7BC4D72F-9F39-632A-77EF-586415C8A65A}"/>
                </a:ext>
              </a:extLst>
            </p:cNvPr>
            <p:cNvSpPr txBox="1"/>
            <p:nvPr/>
          </p:nvSpPr>
          <p:spPr>
            <a:xfrm>
              <a:off x="2275446" y="1579724"/>
              <a:ext cx="1545106" cy="904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BROKER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619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PRODUCTION PHASE – Signal Scan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609600" y="1219200"/>
            <a:ext cx="7848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Scanning the market for trade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Scanning Frequency and Trading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Difference between development code and production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Challenges in production code - </a:t>
            </a:r>
            <a:r>
              <a:rPr lang="en-IN" sz="2800" dirty="0"/>
              <a:t>Scan time vs Scanning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Mitigation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Faster algorithm and faster machine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Lower Scan Frequency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Parallel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5731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PRODUCTION PHASE – Trade Generation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609600" y="1219200"/>
            <a:ext cx="7848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Fund Allocation – Money management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Position considerations – Strategy logic for existing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31385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OMS / RMS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914400" y="304800"/>
          <a:ext cx="73152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9"/>
          <p:cNvGrpSpPr/>
          <p:nvPr/>
        </p:nvGrpSpPr>
        <p:grpSpPr>
          <a:xfrm rot="10800000">
            <a:off x="3048000" y="2209800"/>
            <a:ext cx="381000" cy="457200"/>
            <a:chOff x="1766887" y="1833427"/>
            <a:chExt cx="339494" cy="397144"/>
          </a:xfrm>
        </p:grpSpPr>
        <p:sp>
          <p:nvSpPr>
            <p:cNvPr id="11" name="Right Arrow 10"/>
            <p:cNvSpPr/>
            <p:nvPr/>
          </p:nvSpPr>
          <p:spPr>
            <a:xfrm>
              <a:off x="1766887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ight Arrow 4"/>
            <p:cNvSpPr/>
            <p:nvPr/>
          </p:nvSpPr>
          <p:spPr>
            <a:xfrm>
              <a:off x="1766887" y="1912856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grpSp>
        <p:nvGrpSpPr>
          <p:cNvPr id="3" name="Group 12"/>
          <p:cNvGrpSpPr/>
          <p:nvPr/>
        </p:nvGrpSpPr>
        <p:grpSpPr>
          <a:xfrm rot="10800000">
            <a:off x="5638800" y="2209800"/>
            <a:ext cx="381000" cy="457200"/>
            <a:chOff x="3962401" y="1574798"/>
            <a:chExt cx="339494" cy="397144"/>
          </a:xfrm>
        </p:grpSpPr>
        <p:sp>
          <p:nvSpPr>
            <p:cNvPr id="14" name="Right Arrow 13"/>
            <p:cNvSpPr/>
            <p:nvPr/>
          </p:nvSpPr>
          <p:spPr>
            <a:xfrm>
              <a:off x="3962401" y="1574798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9933876"/>
                <a:satOff val="39811"/>
                <a:lumOff val="8628"/>
                <a:alphaOff val="0"/>
              </a:schemeClr>
            </a:fillRef>
            <a:effectRef idx="0">
              <a:schemeClr val="accent5">
                <a:hueOff val="-9933876"/>
                <a:satOff val="39811"/>
                <a:lumOff val="862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ight Arrow 4"/>
            <p:cNvSpPr/>
            <p:nvPr/>
          </p:nvSpPr>
          <p:spPr>
            <a:xfrm>
              <a:off x="3962401" y="1654227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pic>
        <p:nvPicPr>
          <p:cNvPr id="1029" name="Picture 5" descr="C:\Users\user\AppData\Local\Microsoft\Windows\Temporary Internet Files\Content.IE5\1ITNDQ86\school-girl-using-computer[1]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3200" y="3657600"/>
            <a:ext cx="1499740" cy="1533825"/>
          </a:xfrm>
          <a:prstGeom prst="rect">
            <a:avLst/>
          </a:prstGeom>
          <a:noFill/>
        </p:spPr>
      </p:pic>
      <p:pic>
        <p:nvPicPr>
          <p:cNvPr id="1030" name="Picture 6" descr="C:\Users\user\AppData\Local\Microsoft\Windows\Temporary Internet Files\Content.IE5\1ITNDQ86\580px-Computer_n_screen.svg[1]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33800" y="3505200"/>
            <a:ext cx="1695450" cy="1750991"/>
          </a:xfrm>
          <a:prstGeom prst="rect">
            <a:avLst/>
          </a:prstGeom>
          <a:noFill/>
        </p:spPr>
      </p:pic>
      <p:pic>
        <p:nvPicPr>
          <p:cNvPr id="1031" name="Picture 7" descr="C:\Users\user\AppData\Local\Microsoft\Windows\Temporary Internet Files\Content.IE5\OJTPOM8X\1373811890[1]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447800" y="3733800"/>
            <a:ext cx="990600" cy="1334141"/>
          </a:xfrm>
          <a:prstGeom prst="rect">
            <a:avLst/>
          </a:prstGeom>
          <a:noFill/>
        </p:spPr>
      </p:pic>
      <p:grpSp>
        <p:nvGrpSpPr>
          <p:cNvPr id="13" name="Group 9"/>
          <p:cNvGrpSpPr/>
          <p:nvPr/>
        </p:nvGrpSpPr>
        <p:grpSpPr>
          <a:xfrm rot="16200000">
            <a:off x="7048500" y="1790700"/>
            <a:ext cx="381000" cy="457200"/>
            <a:chOff x="1766887" y="1833427"/>
            <a:chExt cx="339494" cy="397144"/>
          </a:xfrm>
          <a:solidFill>
            <a:srgbClr val="00B050"/>
          </a:solidFill>
        </p:grpSpPr>
        <p:sp>
          <p:nvSpPr>
            <p:cNvPr id="16" name="Right Arrow 15"/>
            <p:cNvSpPr/>
            <p:nvPr/>
          </p:nvSpPr>
          <p:spPr>
            <a:xfrm>
              <a:off x="1766887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Right Arrow 4"/>
            <p:cNvSpPr/>
            <p:nvPr/>
          </p:nvSpPr>
          <p:spPr>
            <a:xfrm>
              <a:off x="1766887" y="1912856"/>
              <a:ext cx="237646" cy="23828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3233399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BROKER SERVER PROGRAM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13543894"/>
              </p:ext>
            </p:extLst>
          </p:nvPr>
        </p:nvGraphicFramePr>
        <p:xfrm>
          <a:off x="1066800" y="990600"/>
          <a:ext cx="7315200" cy="144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9"/>
          <p:cNvGrpSpPr/>
          <p:nvPr/>
        </p:nvGrpSpPr>
        <p:grpSpPr>
          <a:xfrm rot="10800000">
            <a:off x="4419600" y="1752600"/>
            <a:ext cx="685800" cy="609600"/>
            <a:chOff x="1766887" y="1833427"/>
            <a:chExt cx="339494" cy="397144"/>
          </a:xfrm>
        </p:grpSpPr>
        <p:sp>
          <p:nvSpPr>
            <p:cNvPr id="11" name="Right Arrow 10"/>
            <p:cNvSpPr/>
            <p:nvPr/>
          </p:nvSpPr>
          <p:spPr>
            <a:xfrm>
              <a:off x="1766887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ight Arrow 4"/>
            <p:cNvSpPr/>
            <p:nvPr/>
          </p:nvSpPr>
          <p:spPr>
            <a:xfrm>
              <a:off x="1766887" y="1912856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581400" y="3200400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FIX PROTOCOL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Left-Right Arrow 17"/>
          <p:cNvSpPr/>
          <p:nvPr/>
        </p:nvSpPr>
        <p:spPr>
          <a:xfrm>
            <a:off x="2933700" y="2857500"/>
            <a:ext cx="3276600" cy="1066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771900" y="31623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NATIVE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API</a:t>
            </a:r>
          </a:p>
        </p:txBody>
      </p:sp>
      <p:pic>
        <p:nvPicPr>
          <p:cNvPr id="13" name="Picture 5" descr="C:\Users\user\AppData\Local\Microsoft\Windows\Temporary Internet Files\Content.IE5\1ITNDQ86\school-girl-using-computer[1]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00800" y="2971800"/>
            <a:ext cx="1937173" cy="1981200"/>
          </a:xfrm>
          <a:prstGeom prst="rect">
            <a:avLst/>
          </a:prstGeom>
          <a:noFill/>
        </p:spPr>
      </p:pic>
      <p:pic>
        <p:nvPicPr>
          <p:cNvPr id="14" name="Picture 6" descr="C:\Users\user\AppData\Local\Microsoft\Windows\Temporary Internet Files\Content.IE5\1ITNDQ86\580px-Computer_n_screen.svg[1]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3400" y="2819400"/>
            <a:ext cx="2057400" cy="2438400"/>
          </a:xfrm>
          <a:prstGeom prst="rect">
            <a:avLst/>
          </a:prstGeom>
          <a:noFill/>
        </p:spPr>
      </p:pic>
      <p:sp>
        <p:nvSpPr>
          <p:cNvPr id="3" name="Left-Right Arrow 17">
            <a:extLst>
              <a:ext uri="{FF2B5EF4-FFF2-40B4-BE49-F238E27FC236}">
                <a16:creationId xmlns:a16="http://schemas.microsoft.com/office/drawing/2014/main" id="{1C467924-4F59-435F-B9B0-387E0FA9CB37}"/>
              </a:ext>
            </a:extLst>
          </p:cNvPr>
          <p:cNvSpPr/>
          <p:nvPr/>
        </p:nvSpPr>
        <p:spPr>
          <a:xfrm>
            <a:off x="2914650" y="4114800"/>
            <a:ext cx="3276600" cy="1066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48176-E7C6-446C-9176-BB627B383FEF}"/>
              </a:ext>
            </a:extLst>
          </p:cNvPr>
          <p:cNvSpPr txBox="1"/>
          <p:nvPr/>
        </p:nvSpPr>
        <p:spPr>
          <a:xfrm>
            <a:off x="3752850" y="44196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REST</a:t>
            </a:r>
          </a:p>
        </p:txBody>
      </p:sp>
    </p:spTree>
    <p:extLst>
      <p:ext uri="{BB962C8B-B14F-4D97-AF65-F5344CB8AC3E}">
        <p14:creationId xmlns:p14="http://schemas.microsoft.com/office/powerpoint/2010/main" val="3606215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OMS / RMS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457200" y="457200"/>
          <a:ext cx="8229600" cy="167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9"/>
          <p:cNvGrpSpPr/>
          <p:nvPr/>
        </p:nvGrpSpPr>
        <p:grpSpPr>
          <a:xfrm rot="10800000">
            <a:off x="2819400" y="1371600"/>
            <a:ext cx="533400" cy="533400"/>
            <a:chOff x="1766887" y="1833427"/>
            <a:chExt cx="339494" cy="397144"/>
          </a:xfrm>
        </p:grpSpPr>
        <p:sp>
          <p:nvSpPr>
            <p:cNvPr id="11" name="Right Arrow 10"/>
            <p:cNvSpPr/>
            <p:nvPr/>
          </p:nvSpPr>
          <p:spPr>
            <a:xfrm>
              <a:off x="1766887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ight Arrow 4"/>
            <p:cNvSpPr/>
            <p:nvPr/>
          </p:nvSpPr>
          <p:spPr>
            <a:xfrm>
              <a:off x="1766887" y="1912856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grpSp>
        <p:nvGrpSpPr>
          <p:cNvPr id="3" name="Group 12"/>
          <p:cNvGrpSpPr/>
          <p:nvPr/>
        </p:nvGrpSpPr>
        <p:grpSpPr>
          <a:xfrm rot="10800000">
            <a:off x="5715000" y="1371600"/>
            <a:ext cx="533400" cy="533400"/>
            <a:chOff x="3962401" y="1574798"/>
            <a:chExt cx="339494" cy="397144"/>
          </a:xfrm>
        </p:grpSpPr>
        <p:sp>
          <p:nvSpPr>
            <p:cNvPr id="14" name="Right Arrow 13"/>
            <p:cNvSpPr/>
            <p:nvPr/>
          </p:nvSpPr>
          <p:spPr>
            <a:xfrm>
              <a:off x="3962401" y="1574798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9933876"/>
                <a:satOff val="39811"/>
                <a:lumOff val="8628"/>
                <a:alphaOff val="0"/>
              </a:schemeClr>
            </a:fillRef>
            <a:effectRef idx="0">
              <a:schemeClr val="accent5">
                <a:hueOff val="-9933876"/>
                <a:satOff val="39811"/>
                <a:lumOff val="862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ight Arrow 4"/>
            <p:cNvSpPr/>
            <p:nvPr/>
          </p:nvSpPr>
          <p:spPr>
            <a:xfrm>
              <a:off x="3962401" y="1654227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pic>
        <p:nvPicPr>
          <p:cNvPr id="1029" name="Picture 5" descr="C:\Users\user\AppData\Local\Microsoft\Windows\Temporary Internet Files\Content.IE5\1ITNDQ86\school-girl-using-computer[1]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772400" y="2590800"/>
            <a:ext cx="1066800" cy="1828800"/>
          </a:xfrm>
          <a:prstGeom prst="rect">
            <a:avLst/>
          </a:prstGeom>
          <a:noFill/>
        </p:spPr>
      </p:pic>
      <p:pic>
        <p:nvPicPr>
          <p:cNvPr id="1030" name="Picture 6" descr="C:\Users\user\AppData\Local\Microsoft\Windows\Temporary Internet Files\Content.IE5\1ITNDQ86\580px-Computer_n_screen.svg[1]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6200" y="2133600"/>
            <a:ext cx="1219200" cy="2667000"/>
          </a:xfrm>
          <a:prstGeom prst="rect">
            <a:avLst/>
          </a:prstGeom>
          <a:noFill/>
        </p:spPr>
      </p:pic>
      <p:pic>
        <p:nvPicPr>
          <p:cNvPr id="1031" name="Picture 7" descr="C:\Users\user\AppData\Local\Microsoft\Windows\Temporary Internet Files\Content.IE5\OJTPOM8X\1373811890[1]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3400" y="2286000"/>
            <a:ext cx="762000" cy="2514600"/>
          </a:xfrm>
          <a:prstGeom prst="rect">
            <a:avLst/>
          </a:prstGeom>
          <a:noFill/>
        </p:spPr>
      </p:pic>
      <p:sp>
        <p:nvSpPr>
          <p:cNvPr id="20" name="Left-Right Arrow 19"/>
          <p:cNvSpPr/>
          <p:nvPr/>
        </p:nvSpPr>
        <p:spPr>
          <a:xfrm>
            <a:off x="1600200" y="2286000"/>
            <a:ext cx="1905000" cy="685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676400" y="2438400"/>
            <a:ext cx="175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Market Live Feed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1676400" y="3200400"/>
            <a:ext cx="1905000" cy="685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752600" y="3352800"/>
            <a:ext cx="175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Orders Channel</a:t>
            </a:r>
          </a:p>
        </p:txBody>
      </p:sp>
      <p:sp>
        <p:nvSpPr>
          <p:cNvPr id="25" name="Left-Right Arrow 24"/>
          <p:cNvSpPr/>
          <p:nvPr/>
        </p:nvSpPr>
        <p:spPr>
          <a:xfrm>
            <a:off x="1524000" y="4114800"/>
            <a:ext cx="2209800" cy="685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600200" y="426720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Market News Channel</a:t>
            </a:r>
          </a:p>
        </p:txBody>
      </p:sp>
      <p:sp>
        <p:nvSpPr>
          <p:cNvPr id="27" name="Left-Right Arrow 26"/>
          <p:cNvSpPr/>
          <p:nvPr/>
        </p:nvSpPr>
        <p:spPr>
          <a:xfrm>
            <a:off x="5181600" y="2743200"/>
            <a:ext cx="2362200" cy="17526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334000" y="3200400"/>
            <a:ext cx="2103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Market Live Feed /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Orders Feed /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Other Info</a:t>
            </a:r>
          </a:p>
        </p:txBody>
      </p:sp>
    </p:spTree>
    <p:extLst>
      <p:ext uri="{BB962C8B-B14F-4D97-AF65-F5344CB8AC3E}">
        <p14:creationId xmlns:p14="http://schemas.microsoft.com/office/powerpoint/2010/main" val="207045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533400" y="542926"/>
            <a:ext cx="78486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house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Kotak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India Bulls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ICICI Securities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Share khan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Motilal </a:t>
            </a:r>
            <a:r>
              <a:rPr lang="en-US" sz="2000" dirty="0" err="1"/>
              <a:t>Oswal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Zerodha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Upstox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Third 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ODIN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OMNESYS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Symphony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Exchange Provided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F5428B-C476-464E-8ACF-6BBC115332D1}"/>
              </a:ext>
            </a:extLst>
          </p:cNvPr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OMS / RMS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9799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ECC1AC-92F7-47C9-A328-2EF162F5ADA8}"/>
              </a:ext>
            </a:extLst>
          </p:cNvPr>
          <p:cNvSpPr/>
          <p:nvPr/>
        </p:nvSpPr>
        <p:spPr>
          <a:xfrm>
            <a:off x="1066800" y="1480066"/>
            <a:ext cx="2057400" cy="2863334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APPLICATION PROGRAMMING INTERFACE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API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DF2F8-8ADF-4D21-A485-2D732A26E414}"/>
              </a:ext>
            </a:extLst>
          </p:cNvPr>
          <p:cNvSpPr txBox="1"/>
          <p:nvPr/>
        </p:nvSpPr>
        <p:spPr>
          <a:xfrm>
            <a:off x="1483921" y="1981200"/>
            <a:ext cx="1223158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Function 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40E11A-777D-4C0A-89D6-740E08EDE9AA}"/>
              </a:ext>
            </a:extLst>
          </p:cNvPr>
          <p:cNvSpPr txBox="1"/>
          <p:nvPr/>
        </p:nvSpPr>
        <p:spPr>
          <a:xfrm>
            <a:off x="762000" y="402679"/>
            <a:ext cx="2667000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Program P1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(API Server)</a:t>
            </a:r>
            <a:endParaRPr lang="en-IN" sz="28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48AB17-2260-41A0-9317-88A9B81216B2}"/>
              </a:ext>
            </a:extLst>
          </p:cNvPr>
          <p:cNvSpPr txBox="1"/>
          <p:nvPr/>
        </p:nvSpPr>
        <p:spPr>
          <a:xfrm>
            <a:off x="1483921" y="2667000"/>
            <a:ext cx="1223158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Function B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74230-CF57-451E-80C8-8F3C91B1443B}"/>
              </a:ext>
            </a:extLst>
          </p:cNvPr>
          <p:cNvSpPr txBox="1"/>
          <p:nvPr/>
        </p:nvSpPr>
        <p:spPr>
          <a:xfrm>
            <a:off x="1464871" y="3352800"/>
            <a:ext cx="1223158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Function C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748BE9B-3034-46AB-9B34-A456AA9023C0}"/>
              </a:ext>
            </a:extLst>
          </p:cNvPr>
          <p:cNvSpPr/>
          <p:nvPr/>
        </p:nvSpPr>
        <p:spPr>
          <a:xfrm>
            <a:off x="5715000" y="1489591"/>
            <a:ext cx="2057400" cy="2863334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8CF74C-D9E7-40A6-BA6C-4FF7609A25FF}"/>
              </a:ext>
            </a:extLst>
          </p:cNvPr>
          <p:cNvSpPr txBox="1"/>
          <p:nvPr/>
        </p:nvSpPr>
        <p:spPr>
          <a:xfrm>
            <a:off x="6132121" y="1990725"/>
            <a:ext cx="1223158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Function 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234A2-4D40-4618-BC79-A8B160E06823}"/>
              </a:ext>
            </a:extLst>
          </p:cNvPr>
          <p:cNvSpPr txBox="1"/>
          <p:nvPr/>
        </p:nvSpPr>
        <p:spPr>
          <a:xfrm>
            <a:off x="5410200" y="412204"/>
            <a:ext cx="2667000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Program P2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(API Client)</a:t>
            </a:r>
            <a:endParaRPr lang="en-IN" sz="2800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8F3889-E421-41D8-B1C9-3155F7FB508C}"/>
              </a:ext>
            </a:extLst>
          </p:cNvPr>
          <p:cNvSpPr txBox="1"/>
          <p:nvPr/>
        </p:nvSpPr>
        <p:spPr>
          <a:xfrm>
            <a:off x="6132121" y="2676525"/>
            <a:ext cx="1223158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Function 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DBA7E1-B909-4C1E-970F-D3EE168BD6A4}"/>
              </a:ext>
            </a:extLst>
          </p:cNvPr>
          <p:cNvSpPr txBox="1"/>
          <p:nvPr/>
        </p:nvSpPr>
        <p:spPr>
          <a:xfrm>
            <a:off x="647699" y="4724400"/>
            <a:ext cx="7848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 mechanism that enables two separate programs, running on the same machine or two separate machines connected by a network, to use the functionalities of one program (API server) by the other program (API client) or exchange data with each other.</a:t>
            </a:r>
            <a:endParaRPr lang="en-IN" sz="2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A6F9CC6-CB8C-4B16-A0C7-30CE21DD63EB}"/>
              </a:ext>
            </a:extLst>
          </p:cNvPr>
          <p:cNvGrpSpPr/>
          <p:nvPr/>
        </p:nvGrpSpPr>
        <p:grpSpPr>
          <a:xfrm>
            <a:off x="4383479" y="2666999"/>
            <a:ext cx="1143000" cy="474797"/>
            <a:chOff x="1766887" y="1833427"/>
            <a:chExt cx="339494" cy="397144"/>
          </a:xfrm>
        </p:grpSpPr>
        <p:sp>
          <p:nvSpPr>
            <p:cNvPr id="31" name="Right Arrow 10">
              <a:extLst>
                <a:ext uri="{FF2B5EF4-FFF2-40B4-BE49-F238E27FC236}">
                  <a16:creationId xmlns:a16="http://schemas.microsoft.com/office/drawing/2014/main" id="{DA12A402-9764-43F1-8AC4-35B45CF86155}"/>
                </a:ext>
              </a:extLst>
            </p:cNvPr>
            <p:cNvSpPr/>
            <p:nvPr/>
          </p:nvSpPr>
          <p:spPr>
            <a:xfrm>
              <a:off x="1766887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ight Arrow 4">
              <a:extLst>
                <a:ext uri="{FF2B5EF4-FFF2-40B4-BE49-F238E27FC236}">
                  <a16:creationId xmlns:a16="http://schemas.microsoft.com/office/drawing/2014/main" id="{AF375096-2A38-4CCF-829D-A1F2C28B7EF5}"/>
                </a:ext>
              </a:extLst>
            </p:cNvPr>
            <p:cNvSpPr/>
            <p:nvPr/>
          </p:nvSpPr>
          <p:spPr>
            <a:xfrm>
              <a:off x="1766887" y="1912856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BC347CD-4624-422D-8E94-DD86A09D85DB}"/>
              </a:ext>
            </a:extLst>
          </p:cNvPr>
          <p:cNvGrpSpPr/>
          <p:nvPr/>
        </p:nvGrpSpPr>
        <p:grpSpPr>
          <a:xfrm rot="10800000">
            <a:off x="4154879" y="2667000"/>
            <a:ext cx="1143000" cy="474797"/>
            <a:chOff x="1766887" y="1833427"/>
            <a:chExt cx="339494" cy="397144"/>
          </a:xfrm>
        </p:grpSpPr>
        <p:sp>
          <p:nvSpPr>
            <p:cNvPr id="34" name="Right Arrow 10">
              <a:extLst>
                <a:ext uri="{FF2B5EF4-FFF2-40B4-BE49-F238E27FC236}">
                  <a16:creationId xmlns:a16="http://schemas.microsoft.com/office/drawing/2014/main" id="{9B03F92D-6FE6-4CA1-A22F-8FDB04EA9B4D}"/>
                </a:ext>
              </a:extLst>
            </p:cNvPr>
            <p:cNvSpPr/>
            <p:nvPr/>
          </p:nvSpPr>
          <p:spPr>
            <a:xfrm>
              <a:off x="1766887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Right Arrow 4">
              <a:extLst>
                <a:ext uri="{FF2B5EF4-FFF2-40B4-BE49-F238E27FC236}">
                  <a16:creationId xmlns:a16="http://schemas.microsoft.com/office/drawing/2014/main" id="{3C2D9FF7-6C8C-498A-83E3-B60D29BF0EFB}"/>
                </a:ext>
              </a:extLst>
            </p:cNvPr>
            <p:cNvSpPr/>
            <p:nvPr/>
          </p:nvSpPr>
          <p:spPr>
            <a:xfrm>
              <a:off x="1766887" y="1912856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C3BEED0-75F8-4278-99D2-4BB8E9C1F70B}"/>
              </a:ext>
            </a:extLst>
          </p:cNvPr>
          <p:cNvSpPr/>
          <p:nvPr/>
        </p:nvSpPr>
        <p:spPr>
          <a:xfrm>
            <a:off x="3429000" y="1489591"/>
            <a:ext cx="518308" cy="2853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7697D2-9855-4F48-9698-97474B1A36D7}"/>
              </a:ext>
            </a:extLst>
          </p:cNvPr>
          <p:cNvSpPr txBox="1"/>
          <p:nvPr/>
        </p:nvSpPr>
        <p:spPr>
          <a:xfrm>
            <a:off x="3448050" y="2719731"/>
            <a:ext cx="518308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07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647699" y="1066800"/>
            <a:ext cx="7848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API – A set of rules for calling the functions in the API server and exchange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Names of functions exposed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Parameters of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Format of data</a:t>
            </a: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B96CE1-DAE4-4E85-ABF9-70197E1B6D15}"/>
              </a:ext>
            </a:extLst>
          </p:cNvPr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APPLICATION PROGRAMMING INTERFACE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API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58588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Native API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310169667"/>
              </p:ext>
            </p:extLst>
          </p:nvPr>
        </p:nvGraphicFramePr>
        <p:xfrm>
          <a:off x="1524000" y="990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9" name="Picture 5" descr="C:\Users\user\AppData\Local\Microsoft\Windows\Temporary Internet Files\Content.IE5\1ITNDQ86\school-girl-using-computer[1]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43600" y="3556000"/>
            <a:ext cx="1499740" cy="1533825"/>
          </a:xfrm>
          <a:prstGeom prst="rect">
            <a:avLst/>
          </a:prstGeom>
          <a:noFill/>
        </p:spPr>
      </p:pic>
      <p:pic>
        <p:nvPicPr>
          <p:cNvPr id="1030" name="Picture 6" descr="C:\Users\user\AppData\Local\Microsoft\Windows\Temporary Internet Files\Content.IE5\1ITNDQ86\580px-Computer_n_screen.svg[1]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33800" y="3479800"/>
            <a:ext cx="1695450" cy="1750991"/>
          </a:xfrm>
          <a:prstGeom prst="rect">
            <a:avLst/>
          </a:prstGeom>
          <a:noFill/>
        </p:spPr>
      </p:pic>
      <p:pic>
        <p:nvPicPr>
          <p:cNvPr id="1031" name="Picture 7" descr="C:\Users\user\AppData\Local\Microsoft\Windows\Temporary Internet Files\Content.IE5\OJTPOM8X\1373811890[1]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24001" y="3632200"/>
            <a:ext cx="990600" cy="1334141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1240B6B-5DE6-4A4B-A2CB-AF1FEAA5DF62}"/>
              </a:ext>
            </a:extLst>
          </p:cNvPr>
          <p:cNvGrpSpPr/>
          <p:nvPr/>
        </p:nvGrpSpPr>
        <p:grpSpPr>
          <a:xfrm rot="10800000">
            <a:off x="3124200" y="1981200"/>
            <a:ext cx="339494" cy="397144"/>
            <a:chOff x="1766887" y="1833427"/>
            <a:chExt cx="339494" cy="397144"/>
          </a:xfrm>
        </p:grpSpPr>
        <p:sp>
          <p:nvSpPr>
            <p:cNvPr id="13" name="Right Arrow 10">
              <a:extLst>
                <a:ext uri="{FF2B5EF4-FFF2-40B4-BE49-F238E27FC236}">
                  <a16:creationId xmlns:a16="http://schemas.microsoft.com/office/drawing/2014/main" id="{D3BEC870-E643-4300-B794-CA0F1A9D72C7}"/>
                </a:ext>
              </a:extLst>
            </p:cNvPr>
            <p:cNvSpPr/>
            <p:nvPr/>
          </p:nvSpPr>
          <p:spPr>
            <a:xfrm>
              <a:off x="1766887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ight Arrow 4">
              <a:extLst>
                <a:ext uri="{FF2B5EF4-FFF2-40B4-BE49-F238E27FC236}">
                  <a16:creationId xmlns:a16="http://schemas.microsoft.com/office/drawing/2014/main" id="{7B3BEB43-ACF7-4035-811E-E6471BFD88A0}"/>
                </a:ext>
              </a:extLst>
            </p:cNvPr>
            <p:cNvSpPr/>
            <p:nvPr/>
          </p:nvSpPr>
          <p:spPr>
            <a:xfrm>
              <a:off x="1766887" y="1912856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5B7BCE-4675-4426-AEAA-010DB1C716B2}"/>
              </a:ext>
            </a:extLst>
          </p:cNvPr>
          <p:cNvGrpSpPr/>
          <p:nvPr/>
        </p:nvGrpSpPr>
        <p:grpSpPr>
          <a:xfrm rot="10800000">
            <a:off x="5429250" y="2060629"/>
            <a:ext cx="339494" cy="397144"/>
            <a:chOff x="3962401" y="1574798"/>
            <a:chExt cx="339494" cy="397144"/>
          </a:xfrm>
        </p:grpSpPr>
        <p:sp>
          <p:nvSpPr>
            <p:cNvPr id="20" name="Right Arrow 13">
              <a:extLst>
                <a:ext uri="{FF2B5EF4-FFF2-40B4-BE49-F238E27FC236}">
                  <a16:creationId xmlns:a16="http://schemas.microsoft.com/office/drawing/2014/main" id="{3860C119-1109-4195-AFBE-0FA91B42D89C}"/>
                </a:ext>
              </a:extLst>
            </p:cNvPr>
            <p:cNvSpPr/>
            <p:nvPr/>
          </p:nvSpPr>
          <p:spPr>
            <a:xfrm>
              <a:off x="3962401" y="1574798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9933876"/>
                <a:satOff val="39811"/>
                <a:lumOff val="8628"/>
                <a:alphaOff val="0"/>
              </a:schemeClr>
            </a:fillRef>
            <a:effectRef idx="0">
              <a:schemeClr val="accent5">
                <a:hueOff val="-9933876"/>
                <a:satOff val="39811"/>
                <a:lumOff val="862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ight Arrow 4">
              <a:extLst>
                <a:ext uri="{FF2B5EF4-FFF2-40B4-BE49-F238E27FC236}">
                  <a16:creationId xmlns:a16="http://schemas.microsoft.com/office/drawing/2014/main" id="{4854EDE3-2FA5-42FC-AA88-A8F6F3078F18}"/>
                </a:ext>
              </a:extLst>
            </p:cNvPr>
            <p:cNvSpPr/>
            <p:nvPr/>
          </p:nvSpPr>
          <p:spPr>
            <a:xfrm>
              <a:off x="3962401" y="1654227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4A1E60-D984-4312-A686-EE1F180AE214}"/>
              </a:ext>
            </a:extLst>
          </p:cNvPr>
          <p:cNvSpPr txBox="1"/>
          <p:nvPr/>
        </p:nvSpPr>
        <p:spPr>
          <a:xfrm>
            <a:off x="6376540" y="2378669"/>
            <a:ext cx="106680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Algo Program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3532E5-86E9-42D3-83BB-0291DA95F080}"/>
              </a:ext>
            </a:extLst>
          </p:cNvPr>
          <p:cNvSpPr txBox="1"/>
          <p:nvPr/>
        </p:nvSpPr>
        <p:spPr>
          <a:xfrm>
            <a:off x="4058552" y="2445433"/>
            <a:ext cx="106680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OMS Server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4523AC-E448-4A8B-90B5-6326F81205C5}"/>
              </a:ext>
            </a:extLst>
          </p:cNvPr>
          <p:cNvSpPr txBox="1"/>
          <p:nvPr/>
        </p:nvSpPr>
        <p:spPr>
          <a:xfrm>
            <a:off x="6357490" y="1303804"/>
            <a:ext cx="106680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OMS Client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DF2F8-8ADF-4D21-A485-2D732A26E414}"/>
              </a:ext>
            </a:extLst>
          </p:cNvPr>
          <p:cNvSpPr txBox="1"/>
          <p:nvPr/>
        </p:nvSpPr>
        <p:spPr>
          <a:xfrm>
            <a:off x="1832758" y="2404592"/>
            <a:ext cx="106680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Trading Server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21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Web API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954989754"/>
              </p:ext>
            </p:extLst>
          </p:nvPr>
        </p:nvGraphicFramePr>
        <p:xfrm>
          <a:off x="1524000" y="990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9" name="Picture 5" descr="C:\Users\user\AppData\Local\Microsoft\Windows\Temporary Internet Files\Content.IE5\1ITNDQ86\school-girl-using-computer[1]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43600" y="3556000"/>
            <a:ext cx="1499740" cy="1533825"/>
          </a:xfrm>
          <a:prstGeom prst="rect">
            <a:avLst/>
          </a:prstGeom>
          <a:noFill/>
        </p:spPr>
      </p:pic>
      <p:pic>
        <p:nvPicPr>
          <p:cNvPr id="1030" name="Picture 6" descr="C:\Users\user\AppData\Local\Microsoft\Windows\Temporary Internet Files\Content.IE5\1ITNDQ86\580px-Computer_n_screen.svg[1]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33800" y="3479800"/>
            <a:ext cx="1695450" cy="1750991"/>
          </a:xfrm>
          <a:prstGeom prst="rect">
            <a:avLst/>
          </a:prstGeom>
          <a:noFill/>
        </p:spPr>
      </p:pic>
      <p:pic>
        <p:nvPicPr>
          <p:cNvPr id="1031" name="Picture 7" descr="C:\Users\user\AppData\Local\Microsoft\Windows\Temporary Internet Files\Content.IE5\OJTPOM8X\1373811890[1]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24001" y="3632200"/>
            <a:ext cx="990600" cy="1334141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1240B6B-5DE6-4A4B-A2CB-AF1FEAA5DF62}"/>
              </a:ext>
            </a:extLst>
          </p:cNvPr>
          <p:cNvGrpSpPr/>
          <p:nvPr/>
        </p:nvGrpSpPr>
        <p:grpSpPr>
          <a:xfrm rot="10800000">
            <a:off x="3124200" y="1981200"/>
            <a:ext cx="339494" cy="397144"/>
            <a:chOff x="1766887" y="1833427"/>
            <a:chExt cx="339494" cy="397144"/>
          </a:xfrm>
        </p:grpSpPr>
        <p:sp>
          <p:nvSpPr>
            <p:cNvPr id="13" name="Right Arrow 10">
              <a:extLst>
                <a:ext uri="{FF2B5EF4-FFF2-40B4-BE49-F238E27FC236}">
                  <a16:creationId xmlns:a16="http://schemas.microsoft.com/office/drawing/2014/main" id="{D3BEC870-E643-4300-B794-CA0F1A9D72C7}"/>
                </a:ext>
              </a:extLst>
            </p:cNvPr>
            <p:cNvSpPr/>
            <p:nvPr/>
          </p:nvSpPr>
          <p:spPr>
            <a:xfrm>
              <a:off x="1766887" y="1833427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ight Arrow 4">
              <a:extLst>
                <a:ext uri="{FF2B5EF4-FFF2-40B4-BE49-F238E27FC236}">
                  <a16:creationId xmlns:a16="http://schemas.microsoft.com/office/drawing/2014/main" id="{7B3BEB43-ACF7-4035-811E-E6471BFD88A0}"/>
                </a:ext>
              </a:extLst>
            </p:cNvPr>
            <p:cNvSpPr/>
            <p:nvPr/>
          </p:nvSpPr>
          <p:spPr>
            <a:xfrm>
              <a:off x="1766887" y="1912856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5B7BCE-4675-4426-AEAA-010DB1C716B2}"/>
              </a:ext>
            </a:extLst>
          </p:cNvPr>
          <p:cNvGrpSpPr/>
          <p:nvPr/>
        </p:nvGrpSpPr>
        <p:grpSpPr>
          <a:xfrm rot="10800000">
            <a:off x="5429250" y="2060629"/>
            <a:ext cx="339494" cy="397144"/>
            <a:chOff x="3962401" y="1574798"/>
            <a:chExt cx="339494" cy="397144"/>
          </a:xfrm>
        </p:grpSpPr>
        <p:sp>
          <p:nvSpPr>
            <p:cNvPr id="20" name="Right Arrow 13">
              <a:extLst>
                <a:ext uri="{FF2B5EF4-FFF2-40B4-BE49-F238E27FC236}">
                  <a16:creationId xmlns:a16="http://schemas.microsoft.com/office/drawing/2014/main" id="{3860C119-1109-4195-AFBE-0FA91B42D89C}"/>
                </a:ext>
              </a:extLst>
            </p:cNvPr>
            <p:cNvSpPr/>
            <p:nvPr/>
          </p:nvSpPr>
          <p:spPr>
            <a:xfrm>
              <a:off x="3962401" y="1574798"/>
              <a:ext cx="339494" cy="39714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9933876"/>
                <a:satOff val="39811"/>
                <a:lumOff val="8628"/>
                <a:alphaOff val="0"/>
              </a:schemeClr>
            </a:fillRef>
            <a:effectRef idx="0">
              <a:schemeClr val="accent5">
                <a:hueOff val="-9933876"/>
                <a:satOff val="39811"/>
                <a:lumOff val="862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ight Arrow 4">
              <a:extLst>
                <a:ext uri="{FF2B5EF4-FFF2-40B4-BE49-F238E27FC236}">
                  <a16:creationId xmlns:a16="http://schemas.microsoft.com/office/drawing/2014/main" id="{4854EDE3-2FA5-42FC-AA88-A8F6F3078F18}"/>
                </a:ext>
              </a:extLst>
            </p:cNvPr>
            <p:cNvSpPr/>
            <p:nvPr/>
          </p:nvSpPr>
          <p:spPr>
            <a:xfrm>
              <a:off x="3962401" y="1654227"/>
              <a:ext cx="237646" cy="2382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700" kern="120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4A1E60-D984-4312-A686-EE1F180AE214}"/>
              </a:ext>
            </a:extLst>
          </p:cNvPr>
          <p:cNvSpPr txBox="1"/>
          <p:nvPr/>
        </p:nvSpPr>
        <p:spPr>
          <a:xfrm>
            <a:off x="6376540" y="2378669"/>
            <a:ext cx="106680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Algo Program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3532E5-86E9-42D3-83BB-0291DA95F080}"/>
              </a:ext>
            </a:extLst>
          </p:cNvPr>
          <p:cNvSpPr txBox="1"/>
          <p:nvPr/>
        </p:nvSpPr>
        <p:spPr>
          <a:xfrm>
            <a:off x="4058552" y="2445433"/>
            <a:ext cx="106680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OMS Server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DF2F8-8ADF-4D21-A485-2D732A26E414}"/>
              </a:ext>
            </a:extLst>
          </p:cNvPr>
          <p:cNvSpPr txBox="1"/>
          <p:nvPr/>
        </p:nvSpPr>
        <p:spPr>
          <a:xfrm>
            <a:off x="1832758" y="2404592"/>
            <a:ext cx="106680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Trading Server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937533-B597-43AD-A51C-2B5CB9255F04}"/>
              </a:ext>
            </a:extLst>
          </p:cNvPr>
          <p:cNvSpPr txBox="1"/>
          <p:nvPr/>
        </p:nvSpPr>
        <p:spPr>
          <a:xfrm>
            <a:off x="4038599" y="1281919"/>
            <a:ext cx="106680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Web API Server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82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533400" y="542926"/>
            <a:ext cx="78486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OMS with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house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Kotak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Zerodha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Upstock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MasterTrust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Upstox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Fyers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Alice Blue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Sharekhan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Etc.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Third 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OMNESYS NEST(most prevalent across brokers)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Symphony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ODIN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F5428B-C476-464E-8ACF-6BBC115332D1}"/>
              </a:ext>
            </a:extLst>
          </p:cNvPr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ALGORITHMIC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TRADING – OMS / RMS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8727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647699" y="1066800"/>
            <a:ext cx="7848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Each broker’s APIs is different from the other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An algorithmic trading program that needs to connect to different brokers will need to implement each broker’s API</a:t>
            </a: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B96CE1-DAE4-4E85-ABF9-70197E1B6D15}"/>
              </a:ext>
            </a:extLst>
          </p:cNvPr>
          <p:cNvSpPr txBox="1">
            <a:spLocks/>
          </p:cNvSpPr>
          <p:nvPr/>
        </p:nvSpPr>
        <p:spPr>
          <a:xfrm>
            <a:off x="0" y="-40640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APPLICATION PROGRAMMING INTERFACE</a:t>
            </a:r>
            <a:r>
              <a:rPr kumimoji="0" lang="en-US" sz="2800" b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API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21845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WEB API : REST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C3F6F-9399-4C4F-8671-519608CDAFF5}"/>
              </a:ext>
            </a:extLst>
          </p:cNvPr>
          <p:cNvSpPr txBox="1"/>
          <p:nvPr/>
        </p:nvSpPr>
        <p:spPr>
          <a:xfrm>
            <a:off x="609600" y="1219200"/>
            <a:ext cx="7848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REST = Representational State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Uses 4 of the HTTP protocol commands/verbs for CRUD (CREATE, READ, UPDATE, DELETE)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GET : 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POST :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PUT : CREATE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DELETE : DELETE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17775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3C43D-6A0E-4448-BDF7-43994EDB9AC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3999" cy="685799"/>
          </a:xfrm>
          <a:prstGeom prst="rect">
            <a:avLst/>
          </a:prstGeom>
          <a:solidFill>
            <a:srgbClr val="0033CC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02235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057400" y="2438400"/>
            <a:ext cx="5334000" cy="137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90800" y="2819400"/>
            <a:ext cx="426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758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1611</TotalTime>
  <Words>609</Words>
  <Application>Microsoft Office PowerPoint</Application>
  <PresentationFormat>On-screen Show (4:3)</PresentationFormat>
  <Paragraphs>179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Shweta</dc:creator>
  <cp:lastModifiedBy>Abhijit Biswas</cp:lastModifiedBy>
  <cp:revision>294</cp:revision>
  <dcterms:created xsi:type="dcterms:W3CDTF">2016-06-22T12:31:42Z</dcterms:created>
  <dcterms:modified xsi:type="dcterms:W3CDTF">2023-01-21T03:35:32Z</dcterms:modified>
</cp:coreProperties>
</file>